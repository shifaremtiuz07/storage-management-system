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5A274E-8577-42F2-B058-58290263597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DE4C603-EF84-4863-B83E-9A8F19CBF7BE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Why Accelerate DRL(Deep Reinforcement Learning ):</a:t>
          </a:r>
        </a:p>
      </dgm:t>
    </dgm:pt>
    <dgm:pt modelId="{D2E8C453-13E7-4793-856F-C722643F616C}" type="parTrans" cxnId="{7EA1643F-DCED-4BA2-AD73-0A938549AF77}">
      <dgm:prSet/>
      <dgm:spPr/>
      <dgm:t>
        <a:bodyPr/>
        <a:lstStyle/>
        <a:p>
          <a:endParaRPr lang="en-US"/>
        </a:p>
      </dgm:t>
    </dgm:pt>
    <dgm:pt modelId="{19A54364-D586-4793-A436-1C664EC91B75}" type="sibTrans" cxnId="{7EA1643F-DCED-4BA2-AD73-0A938549AF7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B81B9C3-7CBF-4EFA-A3C4-F18B2EB5A94E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Example: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Training DQN on Atari takes 38 days with 50M frames.</a:t>
          </a:r>
        </a:p>
      </dgm:t>
    </dgm:pt>
    <dgm:pt modelId="{5D204022-C2A8-4763-B806-391C9CA0F960}" type="parTrans" cxnId="{1AAE802B-CBC1-4EEE-9FB6-B0B71A881379}">
      <dgm:prSet/>
      <dgm:spPr/>
      <dgm:t>
        <a:bodyPr/>
        <a:lstStyle/>
        <a:p>
          <a:endParaRPr lang="en-US"/>
        </a:p>
      </dgm:t>
    </dgm:pt>
    <dgm:pt modelId="{35E77333-00F4-4619-A6FD-F387AD778433}" type="sibTrans" cxnId="{1AAE802B-CBC1-4EEE-9FB6-B0B71A881379}">
      <dgm:prSet/>
      <dgm:spPr/>
      <dgm:t>
        <a:bodyPr/>
        <a:lstStyle/>
        <a:p>
          <a:endParaRPr lang="en-US"/>
        </a:p>
      </dgm:t>
    </dgm:pt>
    <dgm:pt modelId="{F19C2D27-B51C-4804-8CFE-05104DC795A6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Growing complexity demands faster training for real-world applications.</a:t>
          </a:r>
        </a:p>
      </dgm:t>
    </dgm:pt>
    <dgm:pt modelId="{CCFA18F4-DDAE-41CD-8A07-19706A68C55F}" type="parTrans" cxnId="{4E1E886E-D4AD-41A7-BB1B-BC762BE228B8}">
      <dgm:prSet/>
      <dgm:spPr/>
      <dgm:t>
        <a:bodyPr/>
        <a:lstStyle/>
        <a:p>
          <a:endParaRPr lang="en-US"/>
        </a:p>
      </dgm:t>
    </dgm:pt>
    <dgm:pt modelId="{8B09D736-8B7C-4A68-AA0C-ACFC9A660F4F}" type="sibTrans" cxnId="{4E1E886E-D4AD-41A7-BB1B-BC762BE228B8}">
      <dgm:prSet/>
      <dgm:spPr/>
      <dgm:t>
        <a:bodyPr/>
        <a:lstStyle/>
        <a:p>
          <a:endParaRPr lang="en-US"/>
        </a:p>
      </dgm:t>
    </dgm:pt>
    <dgm:pt modelId="{C57CDFAB-CD2B-4751-8723-F24731140207}">
      <dgm:prSet custT="1"/>
      <dgm:spPr/>
      <dgm:t>
        <a:bodyPr/>
        <a:lstStyle/>
        <a:p>
          <a:pPr algn="ctr"/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Contribution</a:t>
          </a:r>
        </a:p>
        <a:p>
          <a:pPr algn="l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First survey to systematically classify DRL acceleration techniques using parallel and distributed computing.</a:t>
          </a:r>
        </a:p>
      </dgm:t>
    </dgm:pt>
    <dgm:pt modelId="{44114A98-1642-414B-8851-4220F59889B1}" type="parTrans" cxnId="{EEA8E583-9E0F-4996-968F-0B64A155F429}">
      <dgm:prSet/>
      <dgm:spPr/>
      <dgm:t>
        <a:bodyPr/>
        <a:lstStyle/>
        <a:p>
          <a:endParaRPr lang="en-US"/>
        </a:p>
      </dgm:t>
    </dgm:pt>
    <dgm:pt modelId="{0A9D9EDC-7808-499D-8788-9902194ED7D9}" type="sibTrans" cxnId="{EEA8E583-9E0F-4996-968F-0B64A155F42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1CE5F45-2E40-46B6-96CE-401A4C99930D}">
      <dgm:prSet/>
      <dgm:spPr/>
      <dgm:t>
        <a:bodyPr/>
        <a:lstStyle/>
        <a:p>
          <a:pPr algn="ctr"/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Scope</a:t>
          </a:r>
        </a:p>
        <a:p>
          <a:pPr algn="ctr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Covers architectures, parallelism strategies, synchronization, evolutionary methods, and libraries.</a:t>
          </a:r>
        </a:p>
      </dgm:t>
    </dgm:pt>
    <dgm:pt modelId="{29DAB60D-85BF-465A-92EF-E4FD08E3F9D5}" type="parTrans" cxnId="{64B39062-2919-40EA-B080-13A721577745}">
      <dgm:prSet/>
      <dgm:spPr/>
      <dgm:t>
        <a:bodyPr/>
        <a:lstStyle/>
        <a:p>
          <a:endParaRPr lang="en-US"/>
        </a:p>
      </dgm:t>
    </dgm:pt>
    <dgm:pt modelId="{1170AF36-0696-4549-BB08-7957E1A32221}" type="sibTrans" cxnId="{64B39062-2919-40EA-B080-13A72157774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7E4DEAF-B636-4423-82BE-E0CE0A5AE47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2A2504-F3A9-4401-B062-8493D0D0FF05}" type="parTrans" cxnId="{193F0315-803E-4EEF-8B46-2F874515FE9F}">
      <dgm:prSet/>
      <dgm:spPr/>
      <dgm:t>
        <a:bodyPr/>
        <a:lstStyle/>
        <a:p>
          <a:endParaRPr lang="en-US"/>
        </a:p>
      </dgm:t>
    </dgm:pt>
    <dgm:pt modelId="{2DCFE547-A450-4269-B70A-041DB15A2CB2}" type="sibTrans" cxnId="{193F0315-803E-4EEF-8B46-2F874515FE9F}">
      <dgm:prSet/>
      <dgm:spPr/>
    </dgm:pt>
    <dgm:pt modelId="{C2C7F3BE-0021-4655-BF16-3299961CFF71}" type="pres">
      <dgm:prSet presAssocID="{865A274E-8577-42F2-B058-582902635974}" presName="Name0" presStyleCnt="0">
        <dgm:presLayoutVars>
          <dgm:animLvl val="lvl"/>
          <dgm:resizeHandles val="exact"/>
        </dgm:presLayoutVars>
      </dgm:prSet>
      <dgm:spPr/>
    </dgm:pt>
    <dgm:pt modelId="{A2FDE96A-2061-442D-B996-1B1BDE2D4B53}" type="pres">
      <dgm:prSet presAssocID="{DDE4C603-EF84-4863-B83E-9A8F19CBF7BE}" presName="compositeNode" presStyleCnt="0">
        <dgm:presLayoutVars>
          <dgm:bulletEnabled val="1"/>
        </dgm:presLayoutVars>
      </dgm:prSet>
      <dgm:spPr/>
    </dgm:pt>
    <dgm:pt modelId="{A06E086E-3FC7-4D76-95D2-4A640D114D21}" type="pres">
      <dgm:prSet presAssocID="{DDE4C603-EF84-4863-B83E-9A8F19CBF7BE}" presName="bgRect" presStyleLbl="bgAccFollowNode1" presStyleIdx="0" presStyleCnt="3"/>
      <dgm:spPr/>
    </dgm:pt>
    <dgm:pt modelId="{4954B0AB-E44D-4D16-BCC0-128865C9AB52}" type="pres">
      <dgm:prSet presAssocID="{19A54364-D586-4793-A436-1C664EC91B75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CDF42D9-56BF-41B1-8CA1-F11C5EEA1CF3}" type="pres">
      <dgm:prSet presAssocID="{DDE4C603-EF84-4863-B83E-9A8F19CBF7BE}" presName="bottomLine" presStyleLbl="alignNode1" presStyleIdx="1" presStyleCnt="6">
        <dgm:presLayoutVars/>
      </dgm:prSet>
      <dgm:spPr/>
    </dgm:pt>
    <dgm:pt modelId="{EA2848E5-D586-4D27-8B45-BFD2AE88656D}" type="pres">
      <dgm:prSet presAssocID="{DDE4C603-EF84-4863-B83E-9A8F19CBF7BE}" presName="nodeText" presStyleLbl="bgAccFollowNode1" presStyleIdx="0" presStyleCnt="3">
        <dgm:presLayoutVars>
          <dgm:bulletEnabled val="1"/>
        </dgm:presLayoutVars>
      </dgm:prSet>
      <dgm:spPr/>
    </dgm:pt>
    <dgm:pt modelId="{C827E0A2-74F7-4946-9AEB-48A28011A886}" type="pres">
      <dgm:prSet presAssocID="{19A54364-D586-4793-A436-1C664EC91B75}" presName="sibTrans" presStyleCnt="0"/>
      <dgm:spPr/>
    </dgm:pt>
    <dgm:pt modelId="{028D1338-A52F-402B-B85E-94F0282BB6A0}" type="pres">
      <dgm:prSet presAssocID="{C57CDFAB-CD2B-4751-8723-F24731140207}" presName="compositeNode" presStyleCnt="0">
        <dgm:presLayoutVars>
          <dgm:bulletEnabled val="1"/>
        </dgm:presLayoutVars>
      </dgm:prSet>
      <dgm:spPr/>
    </dgm:pt>
    <dgm:pt modelId="{1B10D7B8-7868-4869-BC0C-A64A146A49BF}" type="pres">
      <dgm:prSet presAssocID="{C57CDFAB-CD2B-4751-8723-F24731140207}" presName="bgRect" presStyleLbl="bgAccFollowNode1" presStyleIdx="1" presStyleCnt="3"/>
      <dgm:spPr/>
    </dgm:pt>
    <dgm:pt modelId="{B3C5E401-2A7A-4488-BA7F-44EB31B91169}" type="pres">
      <dgm:prSet presAssocID="{0A9D9EDC-7808-499D-8788-9902194ED7D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C8E40651-2CF8-4D16-9D15-7CE02C3527F1}" type="pres">
      <dgm:prSet presAssocID="{C57CDFAB-CD2B-4751-8723-F24731140207}" presName="bottomLine" presStyleLbl="alignNode1" presStyleIdx="3" presStyleCnt="6">
        <dgm:presLayoutVars/>
      </dgm:prSet>
      <dgm:spPr/>
    </dgm:pt>
    <dgm:pt modelId="{80756A29-69F2-41B6-BE54-6A9EFB6D8AF2}" type="pres">
      <dgm:prSet presAssocID="{C57CDFAB-CD2B-4751-8723-F24731140207}" presName="nodeText" presStyleLbl="bgAccFollowNode1" presStyleIdx="1" presStyleCnt="3">
        <dgm:presLayoutVars>
          <dgm:bulletEnabled val="1"/>
        </dgm:presLayoutVars>
      </dgm:prSet>
      <dgm:spPr/>
    </dgm:pt>
    <dgm:pt modelId="{45222BD0-E12B-40AD-A444-E9E603786DDD}" type="pres">
      <dgm:prSet presAssocID="{0A9D9EDC-7808-499D-8788-9902194ED7D9}" presName="sibTrans" presStyleCnt="0"/>
      <dgm:spPr/>
    </dgm:pt>
    <dgm:pt modelId="{D0C98D79-27EC-496B-8F35-AC4589159D01}" type="pres">
      <dgm:prSet presAssocID="{41CE5F45-2E40-46B6-96CE-401A4C99930D}" presName="compositeNode" presStyleCnt="0">
        <dgm:presLayoutVars>
          <dgm:bulletEnabled val="1"/>
        </dgm:presLayoutVars>
      </dgm:prSet>
      <dgm:spPr/>
    </dgm:pt>
    <dgm:pt modelId="{95572922-7705-4394-A24D-9D300326EFA0}" type="pres">
      <dgm:prSet presAssocID="{41CE5F45-2E40-46B6-96CE-401A4C99930D}" presName="bgRect" presStyleLbl="bgAccFollowNode1" presStyleIdx="2" presStyleCnt="3"/>
      <dgm:spPr/>
    </dgm:pt>
    <dgm:pt modelId="{88A16E43-CE90-4FE7-BFC5-7A1A3B15C102}" type="pres">
      <dgm:prSet presAssocID="{1170AF36-0696-4549-BB08-7957E1A32221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191E492-8F5A-41A6-80FD-2561BE9FDE10}" type="pres">
      <dgm:prSet presAssocID="{41CE5F45-2E40-46B6-96CE-401A4C99930D}" presName="bottomLine" presStyleLbl="alignNode1" presStyleIdx="5" presStyleCnt="6">
        <dgm:presLayoutVars/>
      </dgm:prSet>
      <dgm:spPr/>
    </dgm:pt>
    <dgm:pt modelId="{FE74519D-D749-4B54-9959-26EDDF9A328D}" type="pres">
      <dgm:prSet presAssocID="{41CE5F45-2E40-46B6-96CE-401A4C99930D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5EE9D03-73E1-431A-BFC9-3EE1C05BE436}" type="presOf" srcId="{F19C2D27-B51C-4804-8CFE-05104DC795A6}" destId="{EA2848E5-D586-4D27-8B45-BFD2AE88656D}" srcOrd="0" destOrd="3" presId="urn:microsoft.com/office/officeart/2016/7/layout/BasicLinearProcessNumbered"/>
    <dgm:cxn modelId="{193F0315-803E-4EEF-8B46-2F874515FE9F}" srcId="{DDE4C603-EF84-4863-B83E-9A8F19CBF7BE}" destId="{D7E4DEAF-B636-4423-82BE-E0CE0A5AE473}" srcOrd="1" destOrd="0" parTransId="{0A2A2504-F3A9-4401-B062-8493D0D0FF05}" sibTransId="{2DCFE547-A450-4269-B70A-041DB15A2CB2}"/>
    <dgm:cxn modelId="{88AE6527-71D7-4BBE-8E7B-4990621AA4B7}" type="presOf" srcId="{41CE5F45-2E40-46B6-96CE-401A4C99930D}" destId="{95572922-7705-4394-A24D-9D300326EFA0}" srcOrd="0" destOrd="0" presId="urn:microsoft.com/office/officeart/2016/7/layout/BasicLinearProcessNumbered"/>
    <dgm:cxn modelId="{1AAE802B-CBC1-4EEE-9FB6-B0B71A881379}" srcId="{DDE4C603-EF84-4863-B83E-9A8F19CBF7BE}" destId="{7B81B9C3-7CBF-4EFA-A3C4-F18B2EB5A94E}" srcOrd="0" destOrd="0" parTransId="{5D204022-C2A8-4763-B806-391C9CA0F960}" sibTransId="{35E77333-00F4-4619-A6FD-F387AD778433}"/>
    <dgm:cxn modelId="{DBF81339-327B-4483-9006-D86A2A0E520B}" type="presOf" srcId="{865A274E-8577-42F2-B058-582902635974}" destId="{C2C7F3BE-0021-4655-BF16-3299961CFF71}" srcOrd="0" destOrd="0" presId="urn:microsoft.com/office/officeart/2016/7/layout/BasicLinearProcessNumbered"/>
    <dgm:cxn modelId="{88C90C3F-B2D1-4475-AADA-5814F398D991}" type="presOf" srcId="{DDE4C603-EF84-4863-B83E-9A8F19CBF7BE}" destId="{EA2848E5-D586-4D27-8B45-BFD2AE88656D}" srcOrd="1" destOrd="0" presId="urn:microsoft.com/office/officeart/2016/7/layout/BasicLinearProcessNumbered"/>
    <dgm:cxn modelId="{7EA1643F-DCED-4BA2-AD73-0A938549AF77}" srcId="{865A274E-8577-42F2-B058-582902635974}" destId="{DDE4C603-EF84-4863-B83E-9A8F19CBF7BE}" srcOrd="0" destOrd="0" parTransId="{D2E8C453-13E7-4793-856F-C722643F616C}" sibTransId="{19A54364-D586-4793-A436-1C664EC91B75}"/>
    <dgm:cxn modelId="{64B39062-2919-40EA-B080-13A721577745}" srcId="{865A274E-8577-42F2-B058-582902635974}" destId="{41CE5F45-2E40-46B6-96CE-401A4C99930D}" srcOrd="2" destOrd="0" parTransId="{29DAB60D-85BF-465A-92EF-E4FD08E3F9D5}" sibTransId="{1170AF36-0696-4549-BB08-7957E1A32221}"/>
    <dgm:cxn modelId="{FD2D7949-CE44-4EB5-AFC7-C45E5401CE2A}" type="presOf" srcId="{0A9D9EDC-7808-499D-8788-9902194ED7D9}" destId="{B3C5E401-2A7A-4488-BA7F-44EB31B91169}" srcOrd="0" destOrd="0" presId="urn:microsoft.com/office/officeart/2016/7/layout/BasicLinearProcessNumbered"/>
    <dgm:cxn modelId="{44CABC6D-03F9-4C4C-BB5C-0FE21B803940}" type="presOf" srcId="{19A54364-D586-4793-A436-1C664EC91B75}" destId="{4954B0AB-E44D-4D16-BCC0-128865C9AB52}" srcOrd="0" destOrd="0" presId="urn:microsoft.com/office/officeart/2016/7/layout/BasicLinearProcessNumbered"/>
    <dgm:cxn modelId="{4E1E886E-D4AD-41A7-BB1B-BC762BE228B8}" srcId="{DDE4C603-EF84-4863-B83E-9A8F19CBF7BE}" destId="{F19C2D27-B51C-4804-8CFE-05104DC795A6}" srcOrd="2" destOrd="0" parTransId="{CCFA18F4-DDAE-41CD-8A07-19706A68C55F}" sibTransId="{8B09D736-8B7C-4A68-AA0C-ACFC9A660F4F}"/>
    <dgm:cxn modelId="{10CE2D57-851F-4B8D-BA6D-63D37B0A597C}" type="presOf" srcId="{41CE5F45-2E40-46B6-96CE-401A4C99930D}" destId="{FE74519D-D749-4B54-9959-26EDDF9A328D}" srcOrd="1" destOrd="0" presId="urn:microsoft.com/office/officeart/2016/7/layout/BasicLinearProcessNumbered"/>
    <dgm:cxn modelId="{A561FE59-0917-45AA-8392-DC9E961B6F82}" type="presOf" srcId="{C57CDFAB-CD2B-4751-8723-F24731140207}" destId="{1B10D7B8-7868-4869-BC0C-A64A146A49BF}" srcOrd="0" destOrd="0" presId="urn:microsoft.com/office/officeart/2016/7/layout/BasicLinearProcessNumbered"/>
    <dgm:cxn modelId="{D09A7F7E-1726-47D5-9E8E-0F8108721200}" type="presOf" srcId="{D7E4DEAF-B636-4423-82BE-E0CE0A5AE473}" destId="{EA2848E5-D586-4D27-8B45-BFD2AE88656D}" srcOrd="0" destOrd="2" presId="urn:microsoft.com/office/officeart/2016/7/layout/BasicLinearProcessNumbered"/>
    <dgm:cxn modelId="{020D9583-41FD-468C-A8DD-5AF0D8174FD8}" type="presOf" srcId="{1170AF36-0696-4549-BB08-7957E1A32221}" destId="{88A16E43-CE90-4FE7-BFC5-7A1A3B15C102}" srcOrd="0" destOrd="0" presId="urn:microsoft.com/office/officeart/2016/7/layout/BasicLinearProcessNumbered"/>
    <dgm:cxn modelId="{EEA8E583-9E0F-4996-968F-0B64A155F429}" srcId="{865A274E-8577-42F2-B058-582902635974}" destId="{C57CDFAB-CD2B-4751-8723-F24731140207}" srcOrd="1" destOrd="0" parTransId="{44114A98-1642-414B-8851-4220F59889B1}" sibTransId="{0A9D9EDC-7808-499D-8788-9902194ED7D9}"/>
    <dgm:cxn modelId="{46141CE5-8D79-4C94-AB54-2E27DDE1AFA7}" type="presOf" srcId="{7B81B9C3-7CBF-4EFA-A3C4-F18B2EB5A94E}" destId="{EA2848E5-D586-4D27-8B45-BFD2AE88656D}" srcOrd="0" destOrd="1" presId="urn:microsoft.com/office/officeart/2016/7/layout/BasicLinearProcessNumbered"/>
    <dgm:cxn modelId="{DFFAB5E9-9600-4BFB-8150-33C0AC0201EF}" type="presOf" srcId="{C57CDFAB-CD2B-4751-8723-F24731140207}" destId="{80756A29-69F2-41B6-BE54-6A9EFB6D8AF2}" srcOrd="1" destOrd="0" presId="urn:microsoft.com/office/officeart/2016/7/layout/BasicLinearProcessNumbered"/>
    <dgm:cxn modelId="{0F4382FF-A010-4326-B4E3-0CCA349180F6}" type="presOf" srcId="{DDE4C603-EF84-4863-B83E-9A8F19CBF7BE}" destId="{A06E086E-3FC7-4D76-95D2-4A640D114D21}" srcOrd="0" destOrd="0" presId="urn:microsoft.com/office/officeart/2016/7/layout/BasicLinearProcessNumbered"/>
    <dgm:cxn modelId="{1D1B67BE-67B4-4C9B-B90B-06F805D6CD8F}" type="presParOf" srcId="{C2C7F3BE-0021-4655-BF16-3299961CFF71}" destId="{A2FDE96A-2061-442D-B996-1B1BDE2D4B53}" srcOrd="0" destOrd="0" presId="urn:microsoft.com/office/officeart/2016/7/layout/BasicLinearProcessNumbered"/>
    <dgm:cxn modelId="{A7FF0461-DB01-4BFB-B6DA-95C82187290C}" type="presParOf" srcId="{A2FDE96A-2061-442D-B996-1B1BDE2D4B53}" destId="{A06E086E-3FC7-4D76-95D2-4A640D114D21}" srcOrd="0" destOrd="0" presId="urn:microsoft.com/office/officeart/2016/7/layout/BasicLinearProcessNumbered"/>
    <dgm:cxn modelId="{929EF85B-C36F-44B9-A902-6AB252758702}" type="presParOf" srcId="{A2FDE96A-2061-442D-B996-1B1BDE2D4B53}" destId="{4954B0AB-E44D-4D16-BCC0-128865C9AB52}" srcOrd="1" destOrd="0" presId="urn:microsoft.com/office/officeart/2016/7/layout/BasicLinearProcessNumbered"/>
    <dgm:cxn modelId="{E5691A3B-B1AC-4606-AB72-980CD12A2C35}" type="presParOf" srcId="{A2FDE96A-2061-442D-B996-1B1BDE2D4B53}" destId="{7CDF42D9-56BF-41B1-8CA1-F11C5EEA1CF3}" srcOrd="2" destOrd="0" presId="urn:microsoft.com/office/officeart/2016/7/layout/BasicLinearProcessNumbered"/>
    <dgm:cxn modelId="{DB7BDCE7-CBFB-473E-A8DB-1E4AD73803FD}" type="presParOf" srcId="{A2FDE96A-2061-442D-B996-1B1BDE2D4B53}" destId="{EA2848E5-D586-4D27-8B45-BFD2AE88656D}" srcOrd="3" destOrd="0" presId="urn:microsoft.com/office/officeart/2016/7/layout/BasicLinearProcessNumbered"/>
    <dgm:cxn modelId="{3661DD54-3C98-406E-AC68-FF947093BD24}" type="presParOf" srcId="{C2C7F3BE-0021-4655-BF16-3299961CFF71}" destId="{C827E0A2-74F7-4946-9AEB-48A28011A886}" srcOrd="1" destOrd="0" presId="urn:microsoft.com/office/officeart/2016/7/layout/BasicLinearProcessNumbered"/>
    <dgm:cxn modelId="{72E10078-BA76-4070-9D72-979A226C1DD9}" type="presParOf" srcId="{C2C7F3BE-0021-4655-BF16-3299961CFF71}" destId="{028D1338-A52F-402B-B85E-94F0282BB6A0}" srcOrd="2" destOrd="0" presId="urn:microsoft.com/office/officeart/2016/7/layout/BasicLinearProcessNumbered"/>
    <dgm:cxn modelId="{64C9A58C-5949-4DB7-A05E-844F220334E8}" type="presParOf" srcId="{028D1338-A52F-402B-B85E-94F0282BB6A0}" destId="{1B10D7B8-7868-4869-BC0C-A64A146A49BF}" srcOrd="0" destOrd="0" presId="urn:microsoft.com/office/officeart/2016/7/layout/BasicLinearProcessNumbered"/>
    <dgm:cxn modelId="{04D72A23-CE1F-48B3-88DA-4BC2F373F8EF}" type="presParOf" srcId="{028D1338-A52F-402B-B85E-94F0282BB6A0}" destId="{B3C5E401-2A7A-4488-BA7F-44EB31B91169}" srcOrd="1" destOrd="0" presId="urn:microsoft.com/office/officeart/2016/7/layout/BasicLinearProcessNumbered"/>
    <dgm:cxn modelId="{E5F1D002-068C-4F91-9755-77C14DAA0CC0}" type="presParOf" srcId="{028D1338-A52F-402B-B85E-94F0282BB6A0}" destId="{C8E40651-2CF8-4D16-9D15-7CE02C3527F1}" srcOrd="2" destOrd="0" presId="urn:microsoft.com/office/officeart/2016/7/layout/BasicLinearProcessNumbered"/>
    <dgm:cxn modelId="{18F3172E-7E7E-4154-904C-6BEC33993D93}" type="presParOf" srcId="{028D1338-A52F-402B-B85E-94F0282BB6A0}" destId="{80756A29-69F2-41B6-BE54-6A9EFB6D8AF2}" srcOrd="3" destOrd="0" presId="urn:microsoft.com/office/officeart/2016/7/layout/BasicLinearProcessNumbered"/>
    <dgm:cxn modelId="{28052E68-2E8F-47BC-AD90-4B035CB352B4}" type="presParOf" srcId="{C2C7F3BE-0021-4655-BF16-3299961CFF71}" destId="{45222BD0-E12B-40AD-A444-E9E603786DDD}" srcOrd="3" destOrd="0" presId="urn:microsoft.com/office/officeart/2016/7/layout/BasicLinearProcessNumbered"/>
    <dgm:cxn modelId="{F7020A88-E927-4FBD-A52A-E65D8989CD86}" type="presParOf" srcId="{C2C7F3BE-0021-4655-BF16-3299961CFF71}" destId="{D0C98D79-27EC-496B-8F35-AC4589159D01}" srcOrd="4" destOrd="0" presId="urn:microsoft.com/office/officeart/2016/7/layout/BasicLinearProcessNumbered"/>
    <dgm:cxn modelId="{65B52C45-5A40-4978-8C56-2A6B66BEA0EE}" type="presParOf" srcId="{D0C98D79-27EC-496B-8F35-AC4589159D01}" destId="{95572922-7705-4394-A24D-9D300326EFA0}" srcOrd="0" destOrd="0" presId="urn:microsoft.com/office/officeart/2016/7/layout/BasicLinearProcessNumbered"/>
    <dgm:cxn modelId="{F2CE7B01-BB5A-4FD1-B2BA-7F3749D87453}" type="presParOf" srcId="{D0C98D79-27EC-496B-8F35-AC4589159D01}" destId="{88A16E43-CE90-4FE7-BFC5-7A1A3B15C102}" srcOrd="1" destOrd="0" presId="urn:microsoft.com/office/officeart/2016/7/layout/BasicLinearProcessNumbered"/>
    <dgm:cxn modelId="{89D17FF1-4CA2-4313-A6F0-BF3D40D16AAC}" type="presParOf" srcId="{D0C98D79-27EC-496B-8F35-AC4589159D01}" destId="{0191E492-8F5A-41A6-80FD-2561BE9FDE10}" srcOrd="2" destOrd="0" presId="urn:microsoft.com/office/officeart/2016/7/layout/BasicLinearProcessNumbered"/>
    <dgm:cxn modelId="{4471E220-21E9-4831-8E70-F109B1203497}" type="presParOf" srcId="{D0C98D79-27EC-496B-8F35-AC4589159D01}" destId="{FE74519D-D749-4B54-9959-26EDDF9A328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58B3C8-0D2D-488E-8DFB-51A63E80D467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14C791B-FC06-4C3A-A51C-0484D7C466AB}">
      <dgm:prSet/>
      <dgm:spPr/>
      <dgm:t>
        <a:bodyPr/>
        <a:lstStyle/>
        <a:p>
          <a:r>
            <a:rPr lang="en-US"/>
            <a:t>Model-Based DRL:</a:t>
          </a:r>
        </a:p>
      </dgm:t>
    </dgm:pt>
    <dgm:pt modelId="{71E7F11C-F85A-409A-81E2-60077EEB4896}" type="parTrans" cxnId="{B3D15DAB-ADE9-44AF-8678-69B1D256DC6B}">
      <dgm:prSet/>
      <dgm:spPr/>
      <dgm:t>
        <a:bodyPr/>
        <a:lstStyle/>
        <a:p>
          <a:endParaRPr lang="en-US"/>
        </a:p>
      </dgm:t>
    </dgm:pt>
    <dgm:pt modelId="{D100F030-DD6E-484E-9D1F-DF60368DC7F8}" type="sibTrans" cxnId="{B3D15DAB-ADE9-44AF-8678-69B1D256DC6B}">
      <dgm:prSet/>
      <dgm:spPr/>
      <dgm:t>
        <a:bodyPr/>
        <a:lstStyle/>
        <a:p>
          <a:endParaRPr lang="en-US"/>
        </a:p>
      </dgm:t>
    </dgm:pt>
    <dgm:pt modelId="{80CE35E3-07DC-4E29-A001-433405AE974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Uses known or learned environment dynamics (e.g., MB-MPO, AlphaZero).</a:t>
          </a:r>
        </a:p>
      </dgm:t>
    </dgm:pt>
    <dgm:pt modelId="{B5BE71E2-3F6E-47FE-BB94-067F98DBB386}" type="parTrans" cxnId="{8B5E7225-E57A-47AA-AEC4-0848E052012D}">
      <dgm:prSet/>
      <dgm:spPr/>
      <dgm:t>
        <a:bodyPr/>
        <a:lstStyle/>
        <a:p>
          <a:endParaRPr lang="en-US"/>
        </a:p>
      </dgm:t>
    </dgm:pt>
    <dgm:pt modelId="{2C8A031B-3FA9-4C3B-AB83-2409944FCD65}" type="sibTrans" cxnId="{8B5E7225-E57A-47AA-AEC4-0848E052012D}">
      <dgm:prSet/>
      <dgm:spPr/>
      <dgm:t>
        <a:bodyPr/>
        <a:lstStyle/>
        <a:p>
          <a:endParaRPr lang="en-US"/>
        </a:p>
      </dgm:t>
    </dgm:pt>
    <dgm:pt modelId="{DBA32372-CD1D-4CC9-B2BD-5A31C02A8D1A}">
      <dgm:prSet/>
      <dgm:spPr/>
      <dgm:t>
        <a:bodyPr/>
        <a:lstStyle/>
        <a:p>
          <a:r>
            <a:rPr lang="en-US"/>
            <a:t>Model-Free DRL:</a:t>
          </a:r>
        </a:p>
      </dgm:t>
    </dgm:pt>
    <dgm:pt modelId="{059FAEAA-A4B9-4DC3-9A49-AF7595E7EB6A}" type="parTrans" cxnId="{E97915D1-14A7-4600-8A28-372D4576E981}">
      <dgm:prSet/>
      <dgm:spPr/>
      <dgm:t>
        <a:bodyPr/>
        <a:lstStyle/>
        <a:p>
          <a:endParaRPr lang="en-US"/>
        </a:p>
      </dgm:t>
    </dgm:pt>
    <dgm:pt modelId="{0B693053-4999-4B20-9376-C9E0ABB3C94A}" type="sibTrans" cxnId="{E97915D1-14A7-4600-8A28-372D4576E981}">
      <dgm:prSet/>
      <dgm:spPr/>
      <dgm:t>
        <a:bodyPr/>
        <a:lstStyle/>
        <a:p>
          <a:endParaRPr lang="en-US"/>
        </a:p>
      </dgm:t>
    </dgm:pt>
    <dgm:pt modelId="{DA3A8009-CEDA-40F8-90C1-1D8A406DC69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Value-based (e.g., DQN), policy-based, or actor-critic (e.g., PPO, SAC).</a:t>
          </a:r>
        </a:p>
      </dgm:t>
    </dgm:pt>
    <dgm:pt modelId="{7B1DFDB1-577C-4CC8-BE16-A5BB78C7427E}" type="parTrans" cxnId="{EFCD997F-450C-4F34-874A-42C2488E48AA}">
      <dgm:prSet/>
      <dgm:spPr/>
      <dgm:t>
        <a:bodyPr/>
        <a:lstStyle/>
        <a:p>
          <a:endParaRPr lang="en-US"/>
        </a:p>
      </dgm:t>
    </dgm:pt>
    <dgm:pt modelId="{AC3365B4-207A-4134-815C-04EEE056ACCD}" type="sibTrans" cxnId="{EFCD997F-450C-4F34-874A-42C2488E48AA}">
      <dgm:prSet/>
      <dgm:spPr/>
      <dgm:t>
        <a:bodyPr/>
        <a:lstStyle/>
        <a:p>
          <a:endParaRPr lang="en-US"/>
        </a:p>
      </dgm:t>
    </dgm:pt>
    <dgm:pt modelId="{091382DC-C147-4D6F-B012-D8DE61F95F67}">
      <dgm:prSet/>
      <dgm:spPr/>
      <dgm:t>
        <a:bodyPr/>
        <a:lstStyle/>
        <a:p>
          <a:r>
            <a:rPr lang="en-US"/>
            <a:t>On-Policy vs. Off-Policy:</a:t>
          </a:r>
        </a:p>
      </dgm:t>
    </dgm:pt>
    <dgm:pt modelId="{9751B930-7682-499F-B04E-BCC761EC1307}" type="parTrans" cxnId="{B8CBE2BD-9524-4F29-9693-FB9510318841}">
      <dgm:prSet/>
      <dgm:spPr/>
      <dgm:t>
        <a:bodyPr/>
        <a:lstStyle/>
        <a:p>
          <a:endParaRPr lang="en-US"/>
        </a:p>
      </dgm:t>
    </dgm:pt>
    <dgm:pt modelId="{67840891-D264-435A-B046-9826204892DA}" type="sibTrans" cxnId="{B8CBE2BD-9524-4F29-9693-FB9510318841}">
      <dgm:prSet/>
      <dgm:spPr/>
      <dgm:t>
        <a:bodyPr/>
        <a:lstStyle/>
        <a:p>
          <a:endParaRPr lang="en-US"/>
        </a:p>
      </dgm:t>
    </dgm:pt>
    <dgm:pt modelId="{F8589058-F3BF-4913-953A-2A56E0E9F9E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On-policy: Stable, less sample-efficient.</a:t>
          </a:r>
        </a:p>
      </dgm:t>
    </dgm:pt>
    <dgm:pt modelId="{658E039B-66E0-4DE2-9C1E-3837F46BA9C8}" type="parTrans" cxnId="{6F798137-AA7D-47C7-BE4C-FD72FBCBD61A}">
      <dgm:prSet/>
      <dgm:spPr/>
      <dgm:t>
        <a:bodyPr/>
        <a:lstStyle/>
        <a:p>
          <a:endParaRPr lang="en-US"/>
        </a:p>
      </dgm:t>
    </dgm:pt>
    <dgm:pt modelId="{AF4AFBF1-69B2-48A3-8311-18406368CC8D}" type="sibTrans" cxnId="{6F798137-AA7D-47C7-BE4C-FD72FBCBD61A}">
      <dgm:prSet/>
      <dgm:spPr/>
      <dgm:t>
        <a:bodyPr/>
        <a:lstStyle/>
        <a:p>
          <a:endParaRPr lang="en-US"/>
        </a:p>
      </dgm:t>
    </dgm:pt>
    <dgm:pt modelId="{FD647813-BE33-471B-AA8B-D8CF2016486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Off-policy: Sample-efficient, less stable.</a:t>
          </a:r>
        </a:p>
      </dgm:t>
    </dgm:pt>
    <dgm:pt modelId="{8271083F-94B4-4422-97E1-9948616214FD}" type="parTrans" cxnId="{BFBB837D-5A3A-4280-B319-4CB3E6E03214}">
      <dgm:prSet/>
      <dgm:spPr/>
      <dgm:t>
        <a:bodyPr/>
        <a:lstStyle/>
        <a:p>
          <a:endParaRPr lang="en-US"/>
        </a:p>
      </dgm:t>
    </dgm:pt>
    <dgm:pt modelId="{8E4565BD-3CC3-4A3F-8868-440D82524B90}" type="sibTrans" cxnId="{BFBB837D-5A3A-4280-B319-4CB3E6E03214}">
      <dgm:prSet/>
      <dgm:spPr/>
      <dgm:t>
        <a:bodyPr/>
        <a:lstStyle/>
        <a:p>
          <a:endParaRPr lang="en-US"/>
        </a:p>
      </dgm:t>
    </dgm:pt>
    <dgm:pt modelId="{688679BA-B2E1-477F-8B03-B4F816784596}" type="pres">
      <dgm:prSet presAssocID="{C558B3C8-0D2D-488E-8DFB-51A63E80D467}" presName="linear" presStyleCnt="0">
        <dgm:presLayoutVars>
          <dgm:dir/>
          <dgm:animLvl val="lvl"/>
          <dgm:resizeHandles val="exact"/>
        </dgm:presLayoutVars>
      </dgm:prSet>
      <dgm:spPr/>
    </dgm:pt>
    <dgm:pt modelId="{0BF844BC-395D-46DA-B45B-2D2EFD8F89C3}" type="pres">
      <dgm:prSet presAssocID="{F14C791B-FC06-4C3A-A51C-0484D7C466AB}" presName="parentLin" presStyleCnt="0"/>
      <dgm:spPr/>
    </dgm:pt>
    <dgm:pt modelId="{1E042C5C-3CC9-462B-AC84-512DA3D7EE75}" type="pres">
      <dgm:prSet presAssocID="{F14C791B-FC06-4C3A-A51C-0484D7C466AB}" presName="parentLeftMargin" presStyleLbl="node1" presStyleIdx="0" presStyleCnt="3"/>
      <dgm:spPr/>
    </dgm:pt>
    <dgm:pt modelId="{32BB87D6-C779-47FF-8BE3-B5FB43564035}" type="pres">
      <dgm:prSet presAssocID="{F14C791B-FC06-4C3A-A51C-0484D7C466A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0872F4-3DF9-4321-955F-7A6A4AEA10BE}" type="pres">
      <dgm:prSet presAssocID="{F14C791B-FC06-4C3A-A51C-0484D7C466AB}" presName="negativeSpace" presStyleCnt="0"/>
      <dgm:spPr/>
    </dgm:pt>
    <dgm:pt modelId="{0C3A2245-11E3-44B2-BB09-DFDB25282569}" type="pres">
      <dgm:prSet presAssocID="{F14C791B-FC06-4C3A-A51C-0484D7C466AB}" presName="childText" presStyleLbl="conFgAcc1" presStyleIdx="0" presStyleCnt="3">
        <dgm:presLayoutVars>
          <dgm:bulletEnabled val="1"/>
        </dgm:presLayoutVars>
      </dgm:prSet>
      <dgm:spPr/>
    </dgm:pt>
    <dgm:pt modelId="{70EF7542-6F86-4729-B058-8DDD9542BF77}" type="pres">
      <dgm:prSet presAssocID="{D100F030-DD6E-484E-9D1F-DF60368DC7F8}" presName="spaceBetweenRectangles" presStyleCnt="0"/>
      <dgm:spPr/>
    </dgm:pt>
    <dgm:pt modelId="{83C87E4D-321D-4458-92DB-B43E37341218}" type="pres">
      <dgm:prSet presAssocID="{DBA32372-CD1D-4CC9-B2BD-5A31C02A8D1A}" presName="parentLin" presStyleCnt="0"/>
      <dgm:spPr/>
    </dgm:pt>
    <dgm:pt modelId="{C6D4ED37-D0CF-43B1-A889-D583B1C182AA}" type="pres">
      <dgm:prSet presAssocID="{DBA32372-CD1D-4CC9-B2BD-5A31C02A8D1A}" presName="parentLeftMargin" presStyleLbl="node1" presStyleIdx="0" presStyleCnt="3"/>
      <dgm:spPr/>
    </dgm:pt>
    <dgm:pt modelId="{C7AE9288-BAEA-4D9A-A5A4-8A742BC31FF9}" type="pres">
      <dgm:prSet presAssocID="{DBA32372-CD1D-4CC9-B2BD-5A31C02A8D1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E3CF15-3D11-4954-8DD2-F13C80F4B91F}" type="pres">
      <dgm:prSet presAssocID="{DBA32372-CD1D-4CC9-B2BD-5A31C02A8D1A}" presName="negativeSpace" presStyleCnt="0"/>
      <dgm:spPr/>
    </dgm:pt>
    <dgm:pt modelId="{58867BB2-A008-4A20-BF0C-B25CCA985A0E}" type="pres">
      <dgm:prSet presAssocID="{DBA32372-CD1D-4CC9-B2BD-5A31C02A8D1A}" presName="childText" presStyleLbl="conFgAcc1" presStyleIdx="1" presStyleCnt="3">
        <dgm:presLayoutVars>
          <dgm:bulletEnabled val="1"/>
        </dgm:presLayoutVars>
      </dgm:prSet>
      <dgm:spPr/>
    </dgm:pt>
    <dgm:pt modelId="{ED62AD11-8FF1-41BE-A8B4-35CF42DBC028}" type="pres">
      <dgm:prSet presAssocID="{0B693053-4999-4B20-9376-C9E0ABB3C94A}" presName="spaceBetweenRectangles" presStyleCnt="0"/>
      <dgm:spPr/>
    </dgm:pt>
    <dgm:pt modelId="{CBE06DA0-3CFC-4834-95A0-070FBB9F4C85}" type="pres">
      <dgm:prSet presAssocID="{091382DC-C147-4D6F-B012-D8DE61F95F67}" presName="parentLin" presStyleCnt="0"/>
      <dgm:spPr/>
    </dgm:pt>
    <dgm:pt modelId="{A3C4BBD6-6DC0-41CD-B75C-6DE7C5500E52}" type="pres">
      <dgm:prSet presAssocID="{091382DC-C147-4D6F-B012-D8DE61F95F67}" presName="parentLeftMargin" presStyleLbl="node1" presStyleIdx="1" presStyleCnt="3"/>
      <dgm:spPr/>
    </dgm:pt>
    <dgm:pt modelId="{2046C4BD-6F87-420C-A258-7769122D7DEE}" type="pres">
      <dgm:prSet presAssocID="{091382DC-C147-4D6F-B012-D8DE61F95F6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D61F5F9-B79E-450F-A974-2D117F415A58}" type="pres">
      <dgm:prSet presAssocID="{091382DC-C147-4D6F-B012-D8DE61F95F67}" presName="negativeSpace" presStyleCnt="0"/>
      <dgm:spPr/>
    </dgm:pt>
    <dgm:pt modelId="{3310319B-B8D1-4DA6-9752-E5AD5D594AA9}" type="pres">
      <dgm:prSet presAssocID="{091382DC-C147-4D6F-B012-D8DE61F95F6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B5E7225-E57A-47AA-AEC4-0848E052012D}" srcId="{F14C791B-FC06-4C3A-A51C-0484D7C466AB}" destId="{80CE35E3-07DC-4E29-A001-433405AE9742}" srcOrd="0" destOrd="0" parTransId="{B5BE71E2-3F6E-47FE-BB94-067F98DBB386}" sibTransId="{2C8A031B-3FA9-4C3B-AB83-2409944FCD65}"/>
    <dgm:cxn modelId="{C8C65D26-0B40-4A31-8741-FE3461E01FA8}" type="presOf" srcId="{80CE35E3-07DC-4E29-A001-433405AE9742}" destId="{0C3A2245-11E3-44B2-BB09-DFDB25282569}" srcOrd="0" destOrd="0" presId="urn:microsoft.com/office/officeart/2005/8/layout/list1"/>
    <dgm:cxn modelId="{6F798137-AA7D-47C7-BE4C-FD72FBCBD61A}" srcId="{091382DC-C147-4D6F-B012-D8DE61F95F67}" destId="{F8589058-F3BF-4913-953A-2A56E0E9F9E9}" srcOrd="0" destOrd="0" parTransId="{658E039B-66E0-4DE2-9C1E-3837F46BA9C8}" sibTransId="{AF4AFBF1-69B2-48A3-8311-18406368CC8D}"/>
    <dgm:cxn modelId="{8FBA545E-0798-473A-ACE0-7E00932DA267}" type="presOf" srcId="{DA3A8009-CEDA-40F8-90C1-1D8A406DC697}" destId="{58867BB2-A008-4A20-BF0C-B25CCA985A0E}" srcOrd="0" destOrd="0" presId="urn:microsoft.com/office/officeart/2005/8/layout/list1"/>
    <dgm:cxn modelId="{12941A68-2CC9-4D65-B8E0-DB1725B9A371}" type="presOf" srcId="{C558B3C8-0D2D-488E-8DFB-51A63E80D467}" destId="{688679BA-B2E1-477F-8B03-B4F816784596}" srcOrd="0" destOrd="0" presId="urn:microsoft.com/office/officeart/2005/8/layout/list1"/>
    <dgm:cxn modelId="{9403CF4A-CB38-4A15-B6A7-1A6323105111}" type="presOf" srcId="{091382DC-C147-4D6F-B012-D8DE61F95F67}" destId="{A3C4BBD6-6DC0-41CD-B75C-6DE7C5500E52}" srcOrd="0" destOrd="0" presId="urn:microsoft.com/office/officeart/2005/8/layout/list1"/>
    <dgm:cxn modelId="{6244EA4B-124B-44EF-B928-781855F40F49}" type="presOf" srcId="{DBA32372-CD1D-4CC9-B2BD-5A31C02A8D1A}" destId="{C7AE9288-BAEA-4D9A-A5A4-8A742BC31FF9}" srcOrd="1" destOrd="0" presId="urn:microsoft.com/office/officeart/2005/8/layout/list1"/>
    <dgm:cxn modelId="{DC0A454D-CC82-4CA5-BD47-59F298421D35}" type="presOf" srcId="{F14C791B-FC06-4C3A-A51C-0484D7C466AB}" destId="{32BB87D6-C779-47FF-8BE3-B5FB43564035}" srcOrd="1" destOrd="0" presId="urn:microsoft.com/office/officeart/2005/8/layout/list1"/>
    <dgm:cxn modelId="{58D25271-863D-4DFB-A978-B7507B3BED23}" type="presOf" srcId="{F14C791B-FC06-4C3A-A51C-0484D7C466AB}" destId="{1E042C5C-3CC9-462B-AC84-512DA3D7EE75}" srcOrd="0" destOrd="0" presId="urn:microsoft.com/office/officeart/2005/8/layout/list1"/>
    <dgm:cxn modelId="{BFBB837D-5A3A-4280-B319-4CB3E6E03214}" srcId="{091382DC-C147-4D6F-B012-D8DE61F95F67}" destId="{FD647813-BE33-471B-AA8B-D8CF20164860}" srcOrd="1" destOrd="0" parTransId="{8271083F-94B4-4422-97E1-9948616214FD}" sibTransId="{8E4565BD-3CC3-4A3F-8868-440D82524B90}"/>
    <dgm:cxn modelId="{EFCD997F-450C-4F34-874A-42C2488E48AA}" srcId="{DBA32372-CD1D-4CC9-B2BD-5A31C02A8D1A}" destId="{DA3A8009-CEDA-40F8-90C1-1D8A406DC697}" srcOrd="0" destOrd="0" parTransId="{7B1DFDB1-577C-4CC8-BE16-A5BB78C7427E}" sibTransId="{AC3365B4-207A-4134-815C-04EEE056ACCD}"/>
    <dgm:cxn modelId="{67A15F8F-4729-4547-B6D0-F357104F9546}" type="presOf" srcId="{FD647813-BE33-471B-AA8B-D8CF20164860}" destId="{3310319B-B8D1-4DA6-9752-E5AD5D594AA9}" srcOrd="0" destOrd="1" presId="urn:microsoft.com/office/officeart/2005/8/layout/list1"/>
    <dgm:cxn modelId="{FD5BCC93-AD91-49E9-81D0-0E43F62DE770}" type="presOf" srcId="{DBA32372-CD1D-4CC9-B2BD-5A31C02A8D1A}" destId="{C6D4ED37-D0CF-43B1-A889-D583B1C182AA}" srcOrd="0" destOrd="0" presId="urn:microsoft.com/office/officeart/2005/8/layout/list1"/>
    <dgm:cxn modelId="{B3D15DAB-ADE9-44AF-8678-69B1D256DC6B}" srcId="{C558B3C8-0D2D-488E-8DFB-51A63E80D467}" destId="{F14C791B-FC06-4C3A-A51C-0484D7C466AB}" srcOrd="0" destOrd="0" parTransId="{71E7F11C-F85A-409A-81E2-60077EEB4896}" sibTransId="{D100F030-DD6E-484E-9D1F-DF60368DC7F8}"/>
    <dgm:cxn modelId="{6BE556AD-7323-4C55-A4B9-253AD5EB068A}" type="presOf" srcId="{091382DC-C147-4D6F-B012-D8DE61F95F67}" destId="{2046C4BD-6F87-420C-A258-7769122D7DEE}" srcOrd="1" destOrd="0" presId="urn:microsoft.com/office/officeart/2005/8/layout/list1"/>
    <dgm:cxn modelId="{B8CBE2BD-9524-4F29-9693-FB9510318841}" srcId="{C558B3C8-0D2D-488E-8DFB-51A63E80D467}" destId="{091382DC-C147-4D6F-B012-D8DE61F95F67}" srcOrd="2" destOrd="0" parTransId="{9751B930-7682-499F-B04E-BCC761EC1307}" sibTransId="{67840891-D264-435A-B046-9826204892DA}"/>
    <dgm:cxn modelId="{E97915D1-14A7-4600-8A28-372D4576E981}" srcId="{C558B3C8-0D2D-488E-8DFB-51A63E80D467}" destId="{DBA32372-CD1D-4CC9-B2BD-5A31C02A8D1A}" srcOrd="1" destOrd="0" parTransId="{059FAEAA-A4B9-4DC3-9A49-AF7595E7EB6A}" sibTransId="{0B693053-4999-4B20-9376-C9E0ABB3C94A}"/>
    <dgm:cxn modelId="{757F96D3-3B7B-4E5C-BE46-20E048482C92}" type="presOf" srcId="{F8589058-F3BF-4913-953A-2A56E0E9F9E9}" destId="{3310319B-B8D1-4DA6-9752-E5AD5D594AA9}" srcOrd="0" destOrd="0" presId="urn:microsoft.com/office/officeart/2005/8/layout/list1"/>
    <dgm:cxn modelId="{A5D48BD2-1B6E-4293-A8C5-35A20776FF95}" type="presParOf" srcId="{688679BA-B2E1-477F-8B03-B4F816784596}" destId="{0BF844BC-395D-46DA-B45B-2D2EFD8F89C3}" srcOrd="0" destOrd="0" presId="urn:microsoft.com/office/officeart/2005/8/layout/list1"/>
    <dgm:cxn modelId="{3CA6E475-2D12-497D-BA2C-110036EC7DE5}" type="presParOf" srcId="{0BF844BC-395D-46DA-B45B-2D2EFD8F89C3}" destId="{1E042C5C-3CC9-462B-AC84-512DA3D7EE75}" srcOrd="0" destOrd="0" presId="urn:microsoft.com/office/officeart/2005/8/layout/list1"/>
    <dgm:cxn modelId="{8D0E3855-4402-454B-9F5D-6CD359F46804}" type="presParOf" srcId="{0BF844BC-395D-46DA-B45B-2D2EFD8F89C3}" destId="{32BB87D6-C779-47FF-8BE3-B5FB43564035}" srcOrd="1" destOrd="0" presId="urn:microsoft.com/office/officeart/2005/8/layout/list1"/>
    <dgm:cxn modelId="{E61ABDA2-5384-4465-A4C9-DEE8EDF7C628}" type="presParOf" srcId="{688679BA-B2E1-477F-8B03-B4F816784596}" destId="{540872F4-3DF9-4321-955F-7A6A4AEA10BE}" srcOrd="1" destOrd="0" presId="urn:microsoft.com/office/officeart/2005/8/layout/list1"/>
    <dgm:cxn modelId="{9F221D6A-84CD-4FA1-8422-CDEC406D0E8B}" type="presParOf" srcId="{688679BA-B2E1-477F-8B03-B4F816784596}" destId="{0C3A2245-11E3-44B2-BB09-DFDB25282569}" srcOrd="2" destOrd="0" presId="urn:microsoft.com/office/officeart/2005/8/layout/list1"/>
    <dgm:cxn modelId="{BFADB80E-0F8B-40BC-87E8-56020EF4405D}" type="presParOf" srcId="{688679BA-B2E1-477F-8B03-B4F816784596}" destId="{70EF7542-6F86-4729-B058-8DDD9542BF77}" srcOrd="3" destOrd="0" presId="urn:microsoft.com/office/officeart/2005/8/layout/list1"/>
    <dgm:cxn modelId="{3CE7FA4F-8374-45DA-B863-E8D03C66F8DA}" type="presParOf" srcId="{688679BA-B2E1-477F-8B03-B4F816784596}" destId="{83C87E4D-321D-4458-92DB-B43E37341218}" srcOrd="4" destOrd="0" presId="urn:microsoft.com/office/officeart/2005/8/layout/list1"/>
    <dgm:cxn modelId="{656A298C-E1CE-4100-B109-EAD2FAD266E2}" type="presParOf" srcId="{83C87E4D-321D-4458-92DB-B43E37341218}" destId="{C6D4ED37-D0CF-43B1-A889-D583B1C182AA}" srcOrd="0" destOrd="0" presId="urn:microsoft.com/office/officeart/2005/8/layout/list1"/>
    <dgm:cxn modelId="{CD50AE7E-1665-4FAD-9013-1C3FC086CC7B}" type="presParOf" srcId="{83C87E4D-321D-4458-92DB-B43E37341218}" destId="{C7AE9288-BAEA-4D9A-A5A4-8A742BC31FF9}" srcOrd="1" destOrd="0" presId="urn:microsoft.com/office/officeart/2005/8/layout/list1"/>
    <dgm:cxn modelId="{DC4E0CF5-E2BB-4AEC-9DB7-F4E074087167}" type="presParOf" srcId="{688679BA-B2E1-477F-8B03-B4F816784596}" destId="{E2E3CF15-3D11-4954-8DD2-F13C80F4B91F}" srcOrd="5" destOrd="0" presId="urn:microsoft.com/office/officeart/2005/8/layout/list1"/>
    <dgm:cxn modelId="{6C1D05D8-CFDB-417E-BE3E-56F321FF84E7}" type="presParOf" srcId="{688679BA-B2E1-477F-8B03-B4F816784596}" destId="{58867BB2-A008-4A20-BF0C-B25CCA985A0E}" srcOrd="6" destOrd="0" presId="urn:microsoft.com/office/officeart/2005/8/layout/list1"/>
    <dgm:cxn modelId="{484C7450-A545-4FB4-A2AD-009E5C5128B6}" type="presParOf" srcId="{688679BA-B2E1-477F-8B03-B4F816784596}" destId="{ED62AD11-8FF1-41BE-A8B4-35CF42DBC028}" srcOrd="7" destOrd="0" presId="urn:microsoft.com/office/officeart/2005/8/layout/list1"/>
    <dgm:cxn modelId="{088D37B5-39FA-4296-9A74-F0489F0A2FA3}" type="presParOf" srcId="{688679BA-B2E1-477F-8B03-B4F816784596}" destId="{CBE06DA0-3CFC-4834-95A0-070FBB9F4C85}" srcOrd="8" destOrd="0" presId="urn:microsoft.com/office/officeart/2005/8/layout/list1"/>
    <dgm:cxn modelId="{823D90D3-EA11-49B7-AA79-637AF8196CBE}" type="presParOf" srcId="{CBE06DA0-3CFC-4834-95A0-070FBB9F4C85}" destId="{A3C4BBD6-6DC0-41CD-B75C-6DE7C5500E52}" srcOrd="0" destOrd="0" presId="urn:microsoft.com/office/officeart/2005/8/layout/list1"/>
    <dgm:cxn modelId="{76F144C7-229D-4AEB-994F-E8072F04D6D2}" type="presParOf" srcId="{CBE06DA0-3CFC-4834-95A0-070FBB9F4C85}" destId="{2046C4BD-6F87-420C-A258-7769122D7DEE}" srcOrd="1" destOrd="0" presId="urn:microsoft.com/office/officeart/2005/8/layout/list1"/>
    <dgm:cxn modelId="{C05FC6D0-8791-4219-8C64-5205954F9CA4}" type="presParOf" srcId="{688679BA-B2E1-477F-8B03-B4F816784596}" destId="{9D61F5F9-B79E-450F-A974-2D117F415A58}" srcOrd="9" destOrd="0" presId="urn:microsoft.com/office/officeart/2005/8/layout/list1"/>
    <dgm:cxn modelId="{59698028-A6DA-4EED-AA23-0FC4748DAF84}" type="presParOf" srcId="{688679BA-B2E1-477F-8B03-B4F816784596}" destId="{3310319B-B8D1-4DA6-9752-E5AD5D594AA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E68659-EE74-4D6B-95A6-2E8A76B090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840EC8-5D55-48A6-A5F8-835C18C6EF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System Coordination: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Managing actors, learners, and parameter servers.</a:t>
          </a:r>
        </a:p>
      </dgm:t>
    </dgm:pt>
    <dgm:pt modelId="{050CD378-0830-4207-9BFE-0CEA90D464B5}" type="parTrans" cxnId="{5D1EC1B8-58F5-4B25-A23C-60B4E9FCF454}">
      <dgm:prSet/>
      <dgm:spPr/>
      <dgm:t>
        <a:bodyPr/>
        <a:lstStyle/>
        <a:p>
          <a:endParaRPr lang="en-US"/>
        </a:p>
      </dgm:t>
    </dgm:pt>
    <dgm:pt modelId="{852B3DF1-235A-4B1D-8299-6CA2481B0107}" type="sibTrans" cxnId="{5D1EC1B8-58F5-4B25-A23C-60B4E9FCF45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85158A4-8E78-44AF-835F-F907C5941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Sample Generation: 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Producing billions of experience samples (e.g., 2.5B frames for navigation).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BF90A6-11D2-452C-A829-830603C929C2}" type="parTrans" cxnId="{EFC504E3-35EC-4884-9BE2-802F07CD1CA5}">
      <dgm:prSet/>
      <dgm:spPr/>
      <dgm:t>
        <a:bodyPr/>
        <a:lstStyle/>
        <a:p>
          <a:endParaRPr lang="en-US"/>
        </a:p>
      </dgm:t>
    </dgm:pt>
    <dgm:pt modelId="{5C484721-5401-463F-988A-5A62B1D9E30C}" type="sibTrans" cxnId="{EFC504E3-35EC-4884-9BE2-802F07CD1C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201042-21A6-4F0F-B95C-F21947F8A5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Workload Heterogeneity: 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Frequent data movement across devices.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4D371B-EE67-4C66-A5FA-1A1258AAC664}" type="parTrans" cxnId="{2BA443D5-0F28-4D16-9589-B429CF917BB6}">
      <dgm:prSet/>
      <dgm:spPr/>
      <dgm:t>
        <a:bodyPr/>
        <a:lstStyle/>
        <a:p>
          <a:endParaRPr lang="en-US"/>
        </a:p>
      </dgm:t>
    </dgm:pt>
    <dgm:pt modelId="{B477BDD3-9283-4FE3-AD2E-7519C7FEF84C}" type="sibTrans" cxnId="{2BA443D5-0F28-4D16-9589-B429CF917BB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E0306D-3378-4EEE-A410-4C108C3AB8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Synchronization Issues: 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Obsolete gradients in heterogeneous environments.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E6ADD9-209E-4421-A5C7-0C1744EA8726}" type="parTrans" cxnId="{58BDA75B-7BBB-4D60-B6AE-AC1B5895CA0F}">
      <dgm:prSet/>
      <dgm:spPr/>
      <dgm:t>
        <a:bodyPr/>
        <a:lstStyle/>
        <a:p>
          <a:endParaRPr lang="en-US"/>
        </a:p>
      </dgm:t>
    </dgm:pt>
    <dgm:pt modelId="{5B60DE1E-B37D-4B7A-84F7-D102ADF69E59}" type="sibTrans" cxnId="{58BDA75B-7BBB-4D60-B6AE-AC1B5895CA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6229578-26B5-4CAB-8FA5-D39D586210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Optimization Limits: 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Stochastic gradient descent prone to local optima.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5B067A-8108-4914-84A0-1785A6E3A5AA}" type="parTrans" cxnId="{A446FBAF-B16D-4121-A8C8-B6BE68F80B53}">
      <dgm:prSet/>
      <dgm:spPr/>
      <dgm:t>
        <a:bodyPr/>
        <a:lstStyle/>
        <a:p>
          <a:endParaRPr lang="en-US"/>
        </a:p>
      </dgm:t>
    </dgm:pt>
    <dgm:pt modelId="{8211CBEA-057C-4849-A842-1242F071CDDB}" type="sibTrans" cxnId="{A446FBAF-B16D-4121-A8C8-B6BE68F80B53}">
      <dgm:prSet/>
      <dgm:spPr/>
      <dgm:t>
        <a:bodyPr/>
        <a:lstStyle/>
        <a:p>
          <a:endParaRPr lang="en-US"/>
        </a:p>
      </dgm:t>
    </dgm:pt>
    <dgm:pt modelId="{E9BB604F-C730-4737-9A3D-C2773BC998C4}" type="pres">
      <dgm:prSet presAssocID="{23E68659-EE74-4D6B-95A6-2E8A76B09049}" presName="root" presStyleCnt="0">
        <dgm:presLayoutVars>
          <dgm:dir/>
          <dgm:resizeHandles val="exact"/>
        </dgm:presLayoutVars>
      </dgm:prSet>
      <dgm:spPr/>
    </dgm:pt>
    <dgm:pt modelId="{95A01112-2E7C-4B5F-83C3-D3D32686EDC7}" type="pres">
      <dgm:prSet presAssocID="{66840EC8-5D55-48A6-A5F8-835C18C6EF36}" presName="compNode" presStyleCnt="0"/>
      <dgm:spPr/>
    </dgm:pt>
    <dgm:pt modelId="{41B9A334-F6AE-4C57-AB7D-7FD84C05305B}" type="pres">
      <dgm:prSet presAssocID="{66840EC8-5D55-48A6-A5F8-835C18C6EF36}" presName="bgRect" presStyleLbl="bgShp" presStyleIdx="0" presStyleCnt="5"/>
      <dgm:spPr/>
    </dgm:pt>
    <dgm:pt modelId="{5E911041-9EE2-487E-85D0-B61D0C26F0A7}" type="pres">
      <dgm:prSet presAssocID="{66840EC8-5D55-48A6-A5F8-835C18C6EF3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B7AACA7-6655-458B-A1E2-8FAF5416081F}" type="pres">
      <dgm:prSet presAssocID="{66840EC8-5D55-48A6-A5F8-835C18C6EF36}" presName="spaceRect" presStyleCnt="0"/>
      <dgm:spPr/>
    </dgm:pt>
    <dgm:pt modelId="{13439B84-449D-4015-A3C4-92BB17440DAD}" type="pres">
      <dgm:prSet presAssocID="{66840EC8-5D55-48A6-A5F8-835C18C6EF36}" presName="parTx" presStyleLbl="revTx" presStyleIdx="0" presStyleCnt="5">
        <dgm:presLayoutVars>
          <dgm:chMax val="0"/>
          <dgm:chPref val="0"/>
        </dgm:presLayoutVars>
      </dgm:prSet>
      <dgm:spPr/>
    </dgm:pt>
    <dgm:pt modelId="{BBC7E12E-31A1-4963-A74F-F9B05F1F0F90}" type="pres">
      <dgm:prSet presAssocID="{852B3DF1-235A-4B1D-8299-6CA2481B0107}" presName="sibTrans" presStyleCnt="0"/>
      <dgm:spPr/>
    </dgm:pt>
    <dgm:pt modelId="{79B5F17D-9AED-4140-9228-02E7F730F90F}" type="pres">
      <dgm:prSet presAssocID="{C85158A4-8E78-44AF-835F-F907C5941065}" presName="compNode" presStyleCnt="0"/>
      <dgm:spPr/>
    </dgm:pt>
    <dgm:pt modelId="{E8731204-AE7B-41C6-91AF-E5AFBC9B6BCF}" type="pres">
      <dgm:prSet presAssocID="{C85158A4-8E78-44AF-835F-F907C5941065}" presName="bgRect" presStyleLbl="bgShp" presStyleIdx="1" presStyleCnt="5"/>
      <dgm:spPr/>
    </dgm:pt>
    <dgm:pt modelId="{614C759E-045D-43C0-AA9A-0BAC5BAC4CEF}" type="pres">
      <dgm:prSet presAssocID="{C85158A4-8E78-44AF-835F-F907C594106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36791F5-45FA-4C6E-B104-368DF316C385}" type="pres">
      <dgm:prSet presAssocID="{C85158A4-8E78-44AF-835F-F907C5941065}" presName="spaceRect" presStyleCnt="0"/>
      <dgm:spPr/>
    </dgm:pt>
    <dgm:pt modelId="{3CD63F1D-3639-430D-A87A-FEE705A47B6A}" type="pres">
      <dgm:prSet presAssocID="{C85158A4-8E78-44AF-835F-F907C5941065}" presName="parTx" presStyleLbl="revTx" presStyleIdx="1" presStyleCnt="5">
        <dgm:presLayoutVars>
          <dgm:chMax val="0"/>
          <dgm:chPref val="0"/>
        </dgm:presLayoutVars>
      </dgm:prSet>
      <dgm:spPr/>
    </dgm:pt>
    <dgm:pt modelId="{DADCBD08-75D5-463B-BD30-C07B3D1B5079}" type="pres">
      <dgm:prSet presAssocID="{5C484721-5401-463F-988A-5A62B1D9E30C}" presName="sibTrans" presStyleCnt="0"/>
      <dgm:spPr/>
    </dgm:pt>
    <dgm:pt modelId="{21F653FB-CB60-400E-87D0-029455492AF5}" type="pres">
      <dgm:prSet presAssocID="{4F201042-21A6-4F0F-B95C-F21947F8A5B5}" presName="compNode" presStyleCnt="0"/>
      <dgm:spPr/>
    </dgm:pt>
    <dgm:pt modelId="{0DD7B7C5-5DBC-4CB3-855F-84DFEA62DFAB}" type="pres">
      <dgm:prSet presAssocID="{4F201042-21A6-4F0F-B95C-F21947F8A5B5}" presName="bgRect" presStyleLbl="bgShp" presStyleIdx="2" presStyleCnt="5"/>
      <dgm:spPr/>
    </dgm:pt>
    <dgm:pt modelId="{D83252BF-3EC6-4776-AA38-95107CA83262}" type="pres">
      <dgm:prSet presAssocID="{4F201042-21A6-4F0F-B95C-F21947F8A5B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CAFE93F-B652-4DAD-AC12-026B887817F7}" type="pres">
      <dgm:prSet presAssocID="{4F201042-21A6-4F0F-B95C-F21947F8A5B5}" presName="spaceRect" presStyleCnt="0"/>
      <dgm:spPr/>
    </dgm:pt>
    <dgm:pt modelId="{CAA829BD-D7FA-477D-8177-442C085B808B}" type="pres">
      <dgm:prSet presAssocID="{4F201042-21A6-4F0F-B95C-F21947F8A5B5}" presName="parTx" presStyleLbl="revTx" presStyleIdx="2" presStyleCnt="5">
        <dgm:presLayoutVars>
          <dgm:chMax val="0"/>
          <dgm:chPref val="0"/>
        </dgm:presLayoutVars>
      </dgm:prSet>
      <dgm:spPr/>
    </dgm:pt>
    <dgm:pt modelId="{0426D6E2-D648-4823-BA59-C26A486B4C56}" type="pres">
      <dgm:prSet presAssocID="{B477BDD3-9283-4FE3-AD2E-7519C7FEF84C}" presName="sibTrans" presStyleCnt="0"/>
      <dgm:spPr/>
    </dgm:pt>
    <dgm:pt modelId="{C53469C5-9F45-4877-9983-433CC4EF4879}" type="pres">
      <dgm:prSet presAssocID="{25E0306D-3378-4EEE-A410-4C108C3AB872}" presName="compNode" presStyleCnt="0"/>
      <dgm:spPr/>
    </dgm:pt>
    <dgm:pt modelId="{75BF6FFF-3D51-41D7-8E91-109353D71F37}" type="pres">
      <dgm:prSet presAssocID="{25E0306D-3378-4EEE-A410-4C108C3AB872}" presName="bgRect" presStyleLbl="bgShp" presStyleIdx="3" presStyleCnt="5"/>
      <dgm:spPr/>
    </dgm:pt>
    <dgm:pt modelId="{5E8BCAC8-4427-436C-B37B-76DFDF92F67A}" type="pres">
      <dgm:prSet presAssocID="{25E0306D-3378-4EEE-A410-4C108C3AB87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62333C7-6149-48EA-94AF-5B1B95E996FB}" type="pres">
      <dgm:prSet presAssocID="{25E0306D-3378-4EEE-A410-4C108C3AB872}" presName="spaceRect" presStyleCnt="0"/>
      <dgm:spPr/>
    </dgm:pt>
    <dgm:pt modelId="{4213DAB3-9B2E-433C-9F1D-DC8BB5C4C12A}" type="pres">
      <dgm:prSet presAssocID="{25E0306D-3378-4EEE-A410-4C108C3AB872}" presName="parTx" presStyleLbl="revTx" presStyleIdx="3" presStyleCnt="5">
        <dgm:presLayoutVars>
          <dgm:chMax val="0"/>
          <dgm:chPref val="0"/>
        </dgm:presLayoutVars>
      </dgm:prSet>
      <dgm:spPr/>
    </dgm:pt>
    <dgm:pt modelId="{6D0D2074-BEB0-4F10-B1C2-4A84F1402A88}" type="pres">
      <dgm:prSet presAssocID="{5B60DE1E-B37D-4B7A-84F7-D102ADF69E59}" presName="sibTrans" presStyleCnt="0"/>
      <dgm:spPr/>
    </dgm:pt>
    <dgm:pt modelId="{513853BB-F187-4DCF-BA61-07E59DBF0E41}" type="pres">
      <dgm:prSet presAssocID="{E6229578-26B5-4CAB-8FA5-D39D58621005}" presName="compNode" presStyleCnt="0"/>
      <dgm:spPr/>
    </dgm:pt>
    <dgm:pt modelId="{A63D1559-97D6-4EAD-89D5-A1A2681DB66A}" type="pres">
      <dgm:prSet presAssocID="{E6229578-26B5-4CAB-8FA5-D39D58621005}" presName="bgRect" presStyleLbl="bgShp" presStyleIdx="4" presStyleCnt="5"/>
      <dgm:spPr/>
    </dgm:pt>
    <dgm:pt modelId="{01047FCB-572E-4369-B904-901F2266BDCD}" type="pres">
      <dgm:prSet presAssocID="{E6229578-26B5-4CAB-8FA5-D39D5862100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B741DC40-B868-41A8-B5C4-015DDFC6EB42}" type="pres">
      <dgm:prSet presAssocID="{E6229578-26B5-4CAB-8FA5-D39D58621005}" presName="spaceRect" presStyleCnt="0"/>
      <dgm:spPr/>
    </dgm:pt>
    <dgm:pt modelId="{F3CBE75C-1ABB-4E53-8BB6-551EFBDCFDB1}" type="pres">
      <dgm:prSet presAssocID="{E6229578-26B5-4CAB-8FA5-D39D5862100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17CD01C-9565-4EB1-8029-90920A1D79E0}" type="presOf" srcId="{4F201042-21A6-4F0F-B95C-F21947F8A5B5}" destId="{CAA829BD-D7FA-477D-8177-442C085B808B}" srcOrd="0" destOrd="0" presId="urn:microsoft.com/office/officeart/2018/2/layout/IconVerticalSolidList"/>
    <dgm:cxn modelId="{9BADAC2B-0D37-4C69-9FB6-480E0CF8FC49}" type="presOf" srcId="{E6229578-26B5-4CAB-8FA5-D39D58621005}" destId="{F3CBE75C-1ABB-4E53-8BB6-551EFBDCFDB1}" srcOrd="0" destOrd="0" presId="urn:microsoft.com/office/officeart/2018/2/layout/IconVerticalSolidList"/>
    <dgm:cxn modelId="{58BDA75B-7BBB-4D60-B6AE-AC1B5895CA0F}" srcId="{23E68659-EE74-4D6B-95A6-2E8A76B09049}" destId="{25E0306D-3378-4EEE-A410-4C108C3AB872}" srcOrd="3" destOrd="0" parTransId="{EAE6ADD9-209E-4421-A5C7-0C1744EA8726}" sibTransId="{5B60DE1E-B37D-4B7A-84F7-D102ADF69E59}"/>
    <dgm:cxn modelId="{4BD4B064-52CA-4819-B15A-6CEF0A41C95B}" type="presOf" srcId="{23E68659-EE74-4D6B-95A6-2E8A76B09049}" destId="{E9BB604F-C730-4737-9A3D-C2773BC998C4}" srcOrd="0" destOrd="0" presId="urn:microsoft.com/office/officeart/2018/2/layout/IconVerticalSolidList"/>
    <dgm:cxn modelId="{F17B0CA5-174E-4551-90AE-25C8A9FDE90B}" type="presOf" srcId="{25E0306D-3378-4EEE-A410-4C108C3AB872}" destId="{4213DAB3-9B2E-433C-9F1D-DC8BB5C4C12A}" srcOrd="0" destOrd="0" presId="urn:microsoft.com/office/officeart/2018/2/layout/IconVerticalSolidList"/>
    <dgm:cxn modelId="{A446FBAF-B16D-4121-A8C8-B6BE68F80B53}" srcId="{23E68659-EE74-4D6B-95A6-2E8A76B09049}" destId="{E6229578-26B5-4CAB-8FA5-D39D58621005}" srcOrd="4" destOrd="0" parTransId="{175B067A-8108-4914-84A0-1785A6E3A5AA}" sibTransId="{8211CBEA-057C-4849-A842-1242F071CDDB}"/>
    <dgm:cxn modelId="{5D1EC1B8-58F5-4B25-A23C-60B4E9FCF454}" srcId="{23E68659-EE74-4D6B-95A6-2E8A76B09049}" destId="{66840EC8-5D55-48A6-A5F8-835C18C6EF36}" srcOrd="0" destOrd="0" parTransId="{050CD378-0830-4207-9BFE-0CEA90D464B5}" sibTransId="{852B3DF1-235A-4B1D-8299-6CA2481B0107}"/>
    <dgm:cxn modelId="{2FED63BE-F69A-49E9-A853-B287A8360DF4}" type="presOf" srcId="{66840EC8-5D55-48A6-A5F8-835C18C6EF36}" destId="{13439B84-449D-4015-A3C4-92BB17440DAD}" srcOrd="0" destOrd="0" presId="urn:microsoft.com/office/officeart/2018/2/layout/IconVerticalSolidList"/>
    <dgm:cxn modelId="{B50B1FC5-A56F-4815-82ED-FE155274B925}" type="presOf" srcId="{C85158A4-8E78-44AF-835F-F907C5941065}" destId="{3CD63F1D-3639-430D-A87A-FEE705A47B6A}" srcOrd="0" destOrd="0" presId="urn:microsoft.com/office/officeart/2018/2/layout/IconVerticalSolidList"/>
    <dgm:cxn modelId="{2BA443D5-0F28-4D16-9589-B429CF917BB6}" srcId="{23E68659-EE74-4D6B-95A6-2E8A76B09049}" destId="{4F201042-21A6-4F0F-B95C-F21947F8A5B5}" srcOrd="2" destOrd="0" parTransId="{DF4D371B-EE67-4C66-A5FA-1A1258AAC664}" sibTransId="{B477BDD3-9283-4FE3-AD2E-7519C7FEF84C}"/>
    <dgm:cxn modelId="{EFC504E3-35EC-4884-9BE2-802F07CD1CA5}" srcId="{23E68659-EE74-4D6B-95A6-2E8A76B09049}" destId="{C85158A4-8E78-44AF-835F-F907C5941065}" srcOrd="1" destOrd="0" parTransId="{0ABF90A6-11D2-452C-A829-830603C929C2}" sibTransId="{5C484721-5401-463F-988A-5A62B1D9E30C}"/>
    <dgm:cxn modelId="{EA9790AB-E658-4DAF-8F1C-6355C2086E2F}" type="presParOf" srcId="{E9BB604F-C730-4737-9A3D-C2773BC998C4}" destId="{95A01112-2E7C-4B5F-83C3-D3D32686EDC7}" srcOrd="0" destOrd="0" presId="urn:microsoft.com/office/officeart/2018/2/layout/IconVerticalSolidList"/>
    <dgm:cxn modelId="{EC853D2A-A58D-4853-884C-2F20C36A51AE}" type="presParOf" srcId="{95A01112-2E7C-4B5F-83C3-D3D32686EDC7}" destId="{41B9A334-F6AE-4C57-AB7D-7FD84C05305B}" srcOrd="0" destOrd="0" presId="urn:microsoft.com/office/officeart/2018/2/layout/IconVerticalSolidList"/>
    <dgm:cxn modelId="{72491C44-7E3F-44B3-8666-26AB67BB180F}" type="presParOf" srcId="{95A01112-2E7C-4B5F-83C3-D3D32686EDC7}" destId="{5E911041-9EE2-487E-85D0-B61D0C26F0A7}" srcOrd="1" destOrd="0" presId="urn:microsoft.com/office/officeart/2018/2/layout/IconVerticalSolidList"/>
    <dgm:cxn modelId="{A89BD8A7-D267-4A9C-8EEE-6765AB15665A}" type="presParOf" srcId="{95A01112-2E7C-4B5F-83C3-D3D32686EDC7}" destId="{0B7AACA7-6655-458B-A1E2-8FAF5416081F}" srcOrd="2" destOrd="0" presId="urn:microsoft.com/office/officeart/2018/2/layout/IconVerticalSolidList"/>
    <dgm:cxn modelId="{2638E16D-1DEF-46B0-BAE5-39D42E15DD2E}" type="presParOf" srcId="{95A01112-2E7C-4B5F-83C3-D3D32686EDC7}" destId="{13439B84-449D-4015-A3C4-92BB17440DAD}" srcOrd="3" destOrd="0" presId="urn:microsoft.com/office/officeart/2018/2/layout/IconVerticalSolidList"/>
    <dgm:cxn modelId="{921D117F-521B-45D5-8ACB-2C890B2A1116}" type="presParOf" srcId="{E9BB604F-C730-4737-9A3D-C2773BC998C4}" destId="{BBC7E12E-31A1-4963-A74F-F9B05F1F0F90}" srcOrd="1" destOrd="0" presId="urn:microsoft.com/office/officeart/2018/2/layout/IconVerticalSolidList"/>
    <dgm:cxn modelId="{B65E8E12-0F31-4778-AC46-7662EC32D5B8}" type="presParOf" srcId="{E9BB604F-C730-4737-9A3D-C2773BC998C4}" destId="{79B5F17D-9AED-4140-9228-02E7F730F90F}" srcOrd="2" destOrd="0" presId="urn:microsoft.com/office/officeart/2018/2/layout/IconVerticalSolidList"/>
    <dgm:cxn modelId="{E7B7BB29-98F9-4954-8503-5EB9E8E1615F}" type="presParOf" srcId="{79B5F17D-9AED-4140-9228-02E7F730F90F}" destId="{E8731204-AE7B-41C6-91AF-E5AFBC9B6BCF}" srcOrd="0" destOrd="0" presId="urn:microsoft.com/office/officeart/2018/2/layout/IconVerticalSolidList"/>
    <dgm:cxn modelId="{6E2B087E-F6F1-45B1-A315-C9E22A623713}" type="presParOf" srcId="{79B5F17D-9AED-4140-9228-02E7F730F90F}" destId="{614C759E-045D-43C0-AA9A-0BAC5BAC4CEF}" srcOrd="1" destOrd="0" presId="urn:microsoft.com/office/officeart/2018/2/layout/IconVerticalSolidList"/>
    <dgm:cxn modelId="{543D2991-F013-4ECB-8595-4A98F6A56374}" type="presParOf" srcId="{79B5F17D-9AED-4140-9228-02E7F730F90F}" destId="{B36791F5-45FA-4C6E-B104-368DF316C385}" srcOrd="2" destOrd="0" presId="urn:microsoft.com/office/officeart/2018/2/layout/IconVerticalSolidList"/>
    <dgm:cxn modelId="{097589B3-F835-4EFF-9D4D-7AD53EC2361F}" type="presParOf" srcId="{79B5F17D-9AED-4140-9228-02E7F730F90F}" destId="{3CD63F1D-3639-430D-A87A-FEE705A47B6A}" srcOrd="3" destOrd="0" presId="urn:microsoft.com/office/officeart/2018/2/layout/IconVerticalSolidList"/>
    <dgm:cxn modelId="{A39970D9-7E5C-48F7-B1E7-3F2A761517F1}" type="presParOf" srcId="{E9BB604F-C730-4737-9A3D-C2773BC998C4}" destId="{DADCBD08-75D5-463B-BD30-C07B3D1B5079}" srcOrd="3" destOrd="0" presId="urn:microsoft.com/office/officeart/2018/2/layout/IconVerticalSolidList"/>
    <dgm:cxn modelId="{60CB5CF0-C2BB-4B28-A379-A29813883BA1}" type="presParOf" srcId="{E9BB604F-C730-4737-9A3D-C2773BC998C4}" destId="{21F653FB-CB60-400E-87D0-029455492AF5}" srcOrd="4" destOrd="0" presId="urn:microsoft.com/office/officeart/2018/2/layout/IconVerticalSolidList"/>
    <dgm:cxn modelId="{1478EE49-1816-43D6-82EF-C257D8C4788F}" type="presParOf" srcId="{21F653FB-CB60-400E-87D0-029455492AF5}" destId="{0DD7B7C5-5DBC-4CB3-855F-84DFEA62DFAB}" srcOrd="0" destOrd="0" presId="urn:microsoft.com/office/officeart/2018/2/layout/IconVerticalSolidList"/>
    <dgm:cxn modelId="{86AC16BD-77E9-46E3-A4B0-B02FCFAE9F5E}" type="presParOf" srcId="{21F653FB-CB60-400E-87D0-029455492AF5}" destId="{D83252BF-3EC6-4776-AA38-95107CA83262}" srcOrd="1" destOrd="0" presId="urn:microsoft.com/office/officeart/2018/2/layout/IconVerticalSolidList"/>
    <dgm:cxn modelId="{D5C268EC-6732-4F53-AA00-EA96D7F76E80}" type="presParOf" srcId="{21F653FB-CB60-400E-87D0-029455492AF5}" destId="{BCAFE93F-B652-4DAD-AC12-026B887817F7}" srcOrd="2" destOrd="0" presId="urn:microsoft.com/office/officeart/2018/2/layout/IconVerticalSolidList"/>
    <dgm:cxn modelId="{7FEE4088-7520-4205-991B-C93B73412CC9}" type="presParOf" srcId="{21F653FB-CB60-400E-87D0-029455492AF5}" destId="{CAA829BD-D7FA-477D-8177-442C085B808B}" srcOrd="3" destOrd="0" presId="urn:microsoft.com/office/officeart/2018/2/layout/IconVerticalSolidList"/>
    <dgm:cxn modelId="{68DE7759-B12A-4100-91E6-F111669A1DA3}" type="presParOf" srcId="{E9BB604F-C730-4737-9A3D-C2773BC998C4}" destId="{0426D6E2-D648-4823-BA59-C26A486B4C56}" srcOrd="5" destOrd="0" presId="urn:microsoft.com/office/officeart/2018/2/layout/IconVerticalSolidList"/>
    <dgm:cxn modelId="{F32E6B4C-4C60-4CD4-B058-43C9B6463EF7}" type="presParOf" srcId="{E9BB604F-C730-4737-9A3D-C2773BC998C4}" destId="{C53469C5-9F45-4877-9983-433CC4EF4879}" srcOrd="6" destOrd="0" presId="urn:microsoft.com/office/officeart/2018/2/layout/IconVerticalSolidList"/>
    <dgm:cxn modelId="{45191DDC-0C07-40DE-9433-2C31E05B9FA8}" type="presParOf" srcId="{C53469C5-9F45-4877-9983-433CC4EF4879}" destId="{75BF6FFF-3D51-41D7-8E91-109353D71F37}" srcOrd="0" destOrd="0" presId="urn:microsoft.com/office/officeart/2018/2/layout/IconVerticalSolidList"/>
    <dgm:cxn modelId="{C9D89D1A-C3D8-452D-8D33-8655AD7AAF72}" type="presParOf" srcId="{C53469C5-9F45-4877-9983-433CC4EF4879}" destId="{5E8BCAC8-4427-436C-B37B-76DFDF92F67A}" srcOrd="1" destOrd="0" presId="urn:microsoft.com/office/officeart/2018/2/layout/IconVerticalSolidList"/>
    <dgm:cxn modelId="{0AF45167-9120-47DC-8418-3C1C740244A7}" type="presParOf" srcId="{C53469C5-9F45-4877-9983-433CC4EF4879}" destId="{A62333C7-6149-48EA-94AF-5B1B95E996FB}" srcOrd="2" destOrd="0" presId="urn:microsoft.com/office/officeart/2018/2/layout/IconVerticalSolidList"/>
    <dgm:cxn modelId="{55969F7D-54F5-4AF3-8F68-5A16B8B58657}" type="presParOf" srcId="{C53469C5-9F45-4877-9983-433CC4EF4879}" destId="{4213DAB3-9B2E-433C-9F1D-DC8BB5C4C12A}" srcOrd="3" destOrd="0" presId="urn:microsoft.com/office/officeart/2018/2/layout/IconVerticalSolidList"/>
    <dgm:cxn modelId="{F2EF6DAC-AD95-421C-B5B5-D4FC03126AD7}" type="presParOf" srcId="{E9BB604F-C730-4737-9A3D-C2773BC998C4}" destId="{6D0D2074-BEB0-4F10-B1C2-4A84F1402A88}" srcOrd="7" destOrd="0" presId="urn:microsoft.com/office/officeart/2018/2/layout/IconVerticalSolidList"/>
    <dgm:cxn modelId="{35208EC2-146E-4E33-A9C0-FA6641EAAAE6}" type="presParOf" srcId="{E9BB604F-C730-4737-9A3D-C2773BC998C4}" destId="{513853BB-F187-4DCF-BA61-07E59DBF0E41}" srcOrd="8" destOrd="0" presId="urn:microsoft.com/office/officeart/2018/2/layout/IconVerticalSolidList"/>
    <dgm:cxn modelId="{997A735C-53D9-423A-919B-FAD86AFC9815}" type="presParOf" srcId="{513853BB-F187-4DCF-BA61-07E59DBF0E41}" destId="{A63D1559-97D6-4EAD-89D5-A1A2681DB66A}" srcOrd="0" destOrd="0" presId="urn:microsoft.com/office/officeart/2018/2/layout/IconVerticalSolidList"/>
    <dgm:cxn modelId="{D76BE6AE-5DA1-4E09-86FF-67B22E6689FD}" type="presParOf" srcId="{513853BB-F187-4DCF-BA61-07E59DBF0E41}" destId="{01047FCB-572E-4369-B904-901F2266BDCD}" srcOrd="1" destOrd="0" presId="urn:microsoft.com/office/officeart/2018/2/layout/IconVerticalSolidList"/>
    <dgm:cxn modelId="{366D55C3-A130-416D-90FF-920EB73CE17B}" type="presParOf" srcId="{513853BB-F187-4DCF-BA61-07E59DBF0E41}" destId="{B741DC40-B868-41A8-B5C4-015DDFC6EB42}" srcOrd="2" destOrd="0" presId="urn:microsoft.com/office/officeart/2018/2/layout/IconVerticalSolidList"/>
    <dgm:cxn modelId="{E07483B5-8094-41F4-8119-C14DF0BD564D}" type="presParOf" srcId="{513853BB-F187-4DCF-BA61-07E59DBF0E41}" destId="{F3CBE75C-1ABB-4E53-8BB6-551EFBDCFD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B3FCBE-E8EC-4BDF-9E3E-3216E83D1817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4BFE546-92AD-43F5-9AE4-385788775CC5}">
      <dgm:prSet custT="1"/>
      <dgm:spPr/>
      <dgm:t>
        <a:bodyPr/>
        <a:lstStyle/>
        <a:p>
          <a:pPr algn="ctr"/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Summary</a:t>
          </a:r>
        </a:p>
        <a:p>
          <a:pPr algn="ctr"/>
          <a:r>
            <a:rPr lang="en-US" sz="1500" dirty="0"/>
            <a:t> DRL acceleration leverages architectures, parallelism, synchronization, and evolutionary methods.</a:t>
          </a:r>
        </a:p>
      </dgm:t>
    </dgm:pt>
    <dgm:pt modelId="{7A941152-7EB9-47DF-9144-8E844C0F5F7A}" type="parTrans" cxnId="{776C18AF-A73F-4AB3-A10A-08ADB343AB99}">
      <dgm:prSet/>
      <dgm:spPr/>
      <dgm:t>
        <a:bodyPr/>
        <a:lstStyle/>
        <a:p>
          <a:endParaRPr lang="en-US"/>
        </a:p>
      </dgm:t>
    </dgm:pt>
    <dgm:pt modelId="{E08CCBBC-7315-4D85-A00D-A7E8ADEFC39D}" type="sibTrans" cxnId="{776C18AF-A73F-4AB3-A10A-08ADB343AB9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F44203F-41E0-4801-ABD1-17685A08DD3D}">
      <dgm:prSet custT="1"/>
      <dgm:spPr/>
      <dgm:t>
        <a:bodyPr/>
        <a:lstStyle/>
        <a:p>
          <a:pPr algn="ctr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Impact</a:t>
          </a:r>
        </a:p>
        <a:p>
          <a:pPr algn="ctr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Enables faster training for robotics, autonomous driving, and more.</a:t>
          </a:r>
        </a:p>
      </dgm:t>
    </dgm:pt>
    <dgm:pt modelId="{C5D17738-9CDD-4B51-A346-17562BE487A8}" type="parTrans" cxnId="{A034ABCD-FC6A-40BF-9929-F8FC9A0817D7}">
      <dgm:prSet/>
      <dgm:spPr/>
      <dgm:t>
        <a:bodyPr/>
        <a:lstStyle/>
        <a:p>
          <a:endParaRPr lang="en-US"/>
        </a:p>
      </dgm:t>
    </dgm:pt>
    <dgm:pt modelId="{B68099BF-69B4-4B4D-86CB-9EA10E7BDC27}" type="sibTrans" cxnId="{A034ABCD-FC6A-40BF-9929-F8FC9A0817D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DA3C9F8-4FDB-47CE-B546-46C6D5D67C9E}">
      <dgm:prSet custT="1"/>
      <dgm:spPr/>
      <dgm:t>
        <a:bodyPr/>
        <a:lstStyle/>
        <a:p>
          <a:pPr algn="ctr"/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Contribution: </a:t>
          </a:r>
        </a:p>
        <a:p>
          <a:pPr algn="ctr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Comprehensive survey with taxonomy and future directions.</a:t>
          </a:r>
          <a:endParaRPr lang="en-US" sz="1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067872-E3A2-4ECA-96BD-C45444FF6430}" type="parTrans" cxnId="{25718606-0848-4014-AB19-4A6DA41543AC}">
      <dgm:prSet/>
      <dgm:spPr/>
      <dgm:t>
        <a:bodyPr/>
        <a:lstStyle/>
        <a:p>
          <a:endParaRPr lang="en-US"/>
        </a:p>
      </dgm:t>
    </dgm:pt>
    <dgm:pt modelId="{BB0B2B9C-8E39-4C82-8FA6-482554365D52}" type="sibTrans" cxnId="{25718606-0848-4014-AB19-4A6DA41543A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B70E5E0-4C09-4F26-9B69-E9F7BC48B64E}">
      <dgm:prSet custT="1"/>
      <dgm:spPr/>
      <dgm:t>
        <a:bodyPr/>
        <a:lstStyle/>
        <a:p>
          <a:pPr algn="ctr"/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Closing</a:t>
          </a:r>
        </a:p>
        <a:p>
          <a:pPr algn="ctr"/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Distributed DRL innovation will drive AI advancements.</a:t>
          </a:r>
        </a:p>
      </dgm:t>
    </dgm:pt>
    <dgm:pt modelId="{C2D8F000-DBC0-46AC-BF27-0967052B07ED}" type="parTrans" cxnId="{FC958355-A3AC-4833-8529-9D1B2165EA92}">
      <dgm:prSet/>
      <dgm:spPr/>
      <dgm:t>
        <a:bodyPr/>
        <a:lstStyle/>
        <a:p>
          <a:endParaRPr lang="en-US"/>
        </a:p>
      </dgm:t>
    </dgm:pt>
    <dgm:pt modelId="{0BF32518-0B9A-4568-93A6-18AD8CD97078}" type="sibTrans" cxnId="{FC958355-A3AC-4833-8529-9D1B2165EA9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8AFD377-B7B2-4C66-9DD0-17D479DDC141}" type="pres">
      <dgm:prSet presAssocID="{D5B3FCBE-E8EC-4BDF-9E3E-3216E83D1817}" presName="Name0" presStyleCnt="0">
        <dgm:presLayoutVars>
          <dgm:animLvl val="lvl"/>
          <dgm:resizeHandles val="exact"/>
        </dgm:presLayoutVars>
      </dgm:prSet>
      <dgm:spPr/>
    </dgm:pt>
    <dgm:pt modelId="{E99223FE-D57D-4FF3-BD02-0C502C73094C}" type="pres">
      <dgm:prSet presAssocID="{94BFE546-92AD-43F5-9AE4-385788775CC5}" presName="compositeNode" presStyleCnt="0">
        <dgm:presLayoutVars>
          <dgm:bulletEnabled val="1"/>
        </dgm:presLayoutVars>
      </dgm:prSet>
      <dgm:spPr/>
    </dgm:pt>
    <dgm:pt modelId="{472D95F6-FC53-46D6-BCC0-10E52ED23E3C}" type="pres">
      <dgm:prSet presAssocID="{94BFE546-92AD-43F5-9AE4-385788775CC5}" presName="bgRect" presStyleLbl="bgAccFollowNode1" presStyleIdx="0" presStyleCnt="4"/>
      <dgm:spPr/>
    </dgm:pt>
    <dgm:pt modelId="{FABFBBA2-98DA-436B-8BE9-FECD7107C9DF}" type="pres">
      <dgm:prSet presAssocID="{E08CCBBC-7315-4D85-A00D-A7E8ADEFC39D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BBC6D55F-BAFC-4868-B066-26DE75BF0AD1}" type="pres">
      <dgm:prSet presAssocID="{94BFE546-92AD-43F5-9AE4-385788775CC5}" presName="bottomLine" presStyleLbl="alignNode1" presStyleIdx="1" presStyleCnt="8">
        <dgm:presLayoutVars/>
      </dgm:prSet>
      <dgm:spPr/>
    </dgm:pt>
    <dgm:pt modelId="{30A602D1-1B8C-4F03-B916-FD6508696C40}" type="pres">
      <dgm:prSet presAssocID="{94BFE546-92AD-43F5-9AE4-385788775CC5}" presName="nodeText" presStyleLbl="bgAccFollowNode1" presStyleIdx="0" presStyleCnt="4">
        <dgm:presLayoutVars>
          <dgm:bulletEnabled val="1"/>
        </dgm:presLayoutVars>
      </dgm:prSet>
      <dgm:spPr/>
    </dgm:pt>
    <dgm:pt modelId="{A44696A1-4DCA-474E-B1FE-5DC8BAC35923}" type="pres">
      <dgm:prSet presAssocID="{E08CCBBC-7315-4D85-A00D-A7E8ADEFC39D}" presName="sibTrans" presStyleCnt="0"/>
      <dgm:spPr/>
    </dgm:pt>
    <dgm:pt modelId="{C4908716-333F-4625-B6A4-7E7E39534B3F}" type="pres">
      <dgm:prSet presAssocID="{DF44203F-41E0-4801-ABD1-17685A08DD3D}" presName="compositeNode" presStyleCnt="0">
        <dgm:presLayoutVars>
          <dgm:bulletEnabled val="1"/>
        </dgm:presLayoutVars>
      </dgm:prSet>
      <dgm:spPr/>
    </dgm:pt>
    <dgm:pt modelId="{CE56C302-8BA4-4C55-8A3E-33BFE3D806D3}" type="pres">
      <dgm:prSet presAssocID="{DF44203F-41E0-4801-ABD1-17685A08DD3D}" presName="bgRect" presStyleLbl="bgAccFollowNode1" presStyleIdx="1" presStyleCnt="4"/>
      <dgm:spPr/>
    </dgm:pt>
    <dgm:pt modelId="{84F6DD36-A2E0-429A-B39E-DC6DC0AFF40E}" type="pres">
      <dgm:prSet presAssocID="{B68099BF-69B4-4B4D-86CB-9EA10E7BDC27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7A0B3B22-810D-456B-9249-99C3F32B1D6B}" type="pres">
      <dgm:prSet presAssocID="{DF44203F-41E0-4801-ABD1-17685A08DD3D}" presName="bottomLine" presStyleLbl="alignNode1" presStyleIdx="3" presStyleCnt="8">
        <dgm:presLayoutVars/>
      </dgm:prSet>
      <dgm:spPr/>
    </dgm:pt>
    <dgm:pt modelId="{2C6AC608-F9BF-4CE0-8AB6-03250614F438}" type="pres">
      <dgm:prSet presAssocID="{DF44203F-41E0-4801-ABD1-17685A08DD3D}" presName="nodeText" presStyleLbl="bgAccFollowNode1" presStyleIdx="1" presStyleCnt="4">
        <dgm:presLayoutVars>
          <dgm:bulletEnabled val="1"/>
        </dgm:presLayoutVars>
      </dgm:prSet>
      <dgm:spPr/>
    </dgm:pt>
    <dgm:pt modelId="{E82E1C5B-4EBE-420F-AE0D-6F36564638AD}" type="pres">
      <dgm:prSet presAssocID="{B68099BF-69B4-4B4D-86CB-9EA10E7BDC27}" presName="sibTrans" presStyleCnt="0"/>
      <dgm:spPr/>
    </dgm:pt>
    <dgm:pt modelId="{834486B4-1253-47FB-A4C4-0614E57DC11C}" type="pres">
      <dgm:prSet presAssocID="{2DA3C9F8-4FDB-47CE-B546-46C6D5D67C9E}" presName="compositeNode" presStyleCnt="0">
        <dgm:presLayoutVars>
          <dgm:bulletEnabled val="1"/>
        </dgm:presLayoutVars>
      </dgm:prSet>
      <dgm:spPr/>
    </dgm:pt>
    <dgm:pt modelId="{DB2A7E54-1578-4B63-8039-E2B6484A1D88}" type="pres">
      <dgm:prSet presAssocID="{2DA3C9F8-4FDB-47CE-B546-46C6D5D67C9E}" presName="bgRect" presStyleLbl="bgAccFollowNode1" presStyleIdx="2" presStyleCnt="4"/>
      <dgm:spPr/>
    </dgm:pt>
    <dgm:pt modelId="{6346CBFA-1121-4CB9-A025-A3C060E7032B}" type="pres">
      <dgm:prSet presAssocID="{BB0B2B9C-8E39-4C82-8FA6-482554365D52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C29B7518-4332-4792-AE2F-8DC9D0D75197}" type="pres">
      <dgm:prSet presAssocID="{2DA3C9F8-4FDB-47CE-B546-46C6D5D67C9E}" presName="bottomLine" presStyleLbl="alignNode1" presStyleIdx="5" presStyleCnt="8">
        <dgm:presLayoutVars/>
      </dgm:prSet>
      <dgm:spPr/>
    </dgm:pt>
    <dgm:pt modelId="{EB358755-5EB5-4A4D-8EC6-2113CD51F132}" type="pres">
      <dgm:prSet presAssocID="{2DA3C9F8-4FDB-47CE-B546-46C6D5D67C9E}" presName="nodeText" presStyleLbl="bgAccFollowNode1" presStyleIdx="2" presStyleCnt="4">
        <dgm:presLayoutVars>
          <dgm:bulletEnabled val="1"/>
        </dgm:presLayoutVars>
      </dgm:prSet>
      <dgm:spPr/>
    </dgm:pt>
    <dgm:pt modelId="{557AFB2B-9F4B-4B20-BAA5-DD27EF3FED71}" type="pres">
      <dgm:prSet presAssocID="{BB0B2B9C-8E39-4C82-8FA6-482554365D52}" presName="sibTrans" presStyleCnt="0"/>
      <dgm:spPr/>
    </dgm:pt>
    <dgm:pt modelId="{F7450EC5-C619-4042-8DF5-BC6F43399F46}" type="pres">
      <dgm:prSet presAssocID="{2B70E5E0-4C09-4F26-9B69-E9F7BC48B64E}" presName="compositeNode" presStyleCnt="0">
        <dgm:presLayoutVars>
          <dgm:bulletEnabled val="1"/>
        </dgm:presLayoutVars>
      </dgm:prSet>
      <dgm:spPr/>
    </dgm:pt>
    <dgm:pt modelId="{DC878547-9C58-497F-A304-9587BDF757F7}" type="pres">
      <dgm:prSet presAssocID="{2B70E5E0-4C09-4F26-9B69-E9F7BC48B64E}" presName="bgRect" presStyleLbl="bgAccFollowNode1" presStyleIdx="3" presStyleCnt="4"/>
      <dgm:spPr/>
    </dgm:pt>
    <dgm:pt modelId="{F0C19BA4-ACC8-47BB-838B-AB86152435E3}" type="pres">
      <dgm:prSet presAssocID="{0BF32518-0B9A-4568-93A6-18AD8CD97078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C9938DCF-A500-45B9-BE42-5671159B847C}" type="pres">
      <dgm:prSet presAssocID="{2B70E5E0-4C09-4F26-9B69-E9F7BC48B64E}" presName="bottomLine" presStyleLbl="alignNode1" presStyleIdx="7" presStyleCnt="8">
        <dgm:presLayoutVars/>
      </dgm:prSet>
      <dgm:spPr/>
    </dgm:pt>
    <dgm:pt modelId="{1CAEE2D5-2088-4B5B-86BE-BDA86175FA79}" type="pres">
      <dgm:prSet presAssocID="{2B70E5E0-4C09-4F26-9B69-E9F7BC48B64E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25718606-0848-4014-AB19-4A6DA41543AC}" srcId="{D5B3FCBE-E8EC-4BDF-9E3E-3216E83D1817}" destId="{2DA3C9F8-4FDB-47CE-B546-46C6D5D67C9E}" srcOrd="2" destOrd="0" parTransId="{5D067872-E3A2-4ECA-96BD-C45444FF6430}" sibTransId="{BB0B2B9C-8E39-4C82-8FA6-482554365D52}"/>
    <dgm:cxn modelId="{1406081B-ACCE-40DC-8194-19FE9DC0D4F3}" type="presOf" srcId="{94BFE546-92AD-43F5-9AE4-385788775CC5}" destId="{472D95F6-FC53-46D6-BCC0-10E52ED23E3C}" srcOrd="0" destOrd="0" presId="urn:microsoft.com/office/officeart/2016/7/layout/BasicLinearProcessNumbered"/>
    <dgm:cxn modelId="{D53DC427-7911-4CA0-A039-47988D7A8FF0}" type="presOf" srcId="{2DA3C9F8-4FDB-47CE-B546-46C6D5D67C9E}" destId="{EB358755-5EB5-4A4D-8EC6-2113CD51F132}" srcOrd="1" destOrd="0" presId="urn:microsoft.com/office/officeart/2016/7/layout/BasicLinearProcessNumbered"/>
    <dgm:cxn modelId="{64741031-9AA6-4284-96E7-14C13D683D2A}" type="presOf" srcId="{2B70E5E0-4C09-4F26-9B69-E9F7BC48B64E}" destId="{DC878547-9C58-497F-A304-9587BDF757F7}" srcOrd="0" destOrd="0" presId="urn:microsoft.com/office/officeart/2016/7/layout/BasicLinearProcessNumbered"/>
    <dgm:cxn modelId="{77E7173D-F4A4-4F19-8E5E-D11FEC608361}" type="presOf" srcId="{B68099BF-69B4-4B4D-86CB-9EA10E7BDC27}" destId="{84F6DD36-A2E0-429A-B39E-DC6DC0AFF40E}" srcOrd="0" destOrd="0" presId="urn:microsoft.com/office/officeart/2016/7/layout/BasicLinearProcessNumbered"/>
    <dgm:cxn modelId="{F9B21361-3386-46B8-BDEC-426CE07E1F26}" type="presOf" srcId="{2DA3C9F8-4FDB-47CE-B546-46C6D5D67C9E}" destId="{DB2A7E54-1578-4B63-8039-E2B6484A1D88}" srcOrd="0" destOrd="0" presId="urn:microsoft.com/office/officeart/2016/7/layout/BasicLinearProcessNumbered"/>
    <dgm:cxn modelId="{10F5466F-345D-47A4-8F45-2E7691FB6C2A}" type="presOf" srcId="{2B70E5E0-4C09-4F26-9B69-E9F7BC48B64E}" destId="{1CAEE2D5-2088-4B5B-86BE-BDA86175FA79}" srcOrd="1" destOrd="0" presId="urn:microsoft.com/office/officeart/2016/7/layout/BasicLinearProcessNumbered"/>
    <dgm:cxn modelId="{2E175373-DC93-40C9-A858-20B0FB1BCC11}" type="presOf" srcId="{D5B3FCBE-E8EC-4BDF-9E3E-3216E83D1817}" destId="{18AFD377-B7B2-4C66-9DD0-17D479DDC141}" srcOrd="0" destOrd="0" presId="urn:microsoft.com/office/officeart/2016/7/layout/BasicLinearProcessNumbered"/>
    <dgm:cxn modelId="{FC958355-A3AC-4833-8529-9D1B2165EA92}" srcId="{D5B3FCBE-E8EC-4BDF-9E3E-3216E83D1817}" destId="{2B70E5E0-4C09-4F26-9B69-E9F7BC48B64E}" srcOrd="3" destOrd="0" parTransId="{C2D8F000-DBC0-46AC-BF27-0967052B07ED}" sibTransId="{0BF32518-0B9A-4568-93A6-18AD8CD97078}"/>
    <dgm:cxn modelId="{776C18AF-A73F-4AB3-A10A-08ADB343AB99}" srcId="{D5B3FCBE-E8EC-4BDF-9E3E-3216E83D1817}" destId="{94BFE546-92AD-43F5-9AE4-385788775CC5}" srcOrd="0" destOrd="0" parTransId="{7A941152-7EB9-47DF-9144-8E844C0F5F7A}" sibTransId="{E08CCBBC-7315-4D85-A00D-A7E8ADEFC39D}"/>
    <dgm:cxn modelId="{6FE532BD-F520-4164-8C61-94E95F1681D7}" type="presOf" srcId="{DF44203F-41E0-4801-ABD1-17685A08DD3D}" destId="{2C6AC608-F9BF-4CE0-8AB6-03250614F438}" srcOrd="1" destOrd="0" presId="urn:microsoft.com/office/officeart/2016/7/layout/BasicLinearProcessNumbered"/>
    <dgm:cxn modelId="{463945C2-199D-4AAC-B368-741D6D2F1A5A}" type="presOf" srcId="{DF44203F-41E0-4801-ABD1-17685A08DD3D}" destId="{CE56C302-8BA4-4C55-8A3E-33BFE3D806D3}" srcOrd="0" destOrd="0" presId="urn:microsoft.com/office/officeart/2016/7/layout/BasicLinearProcessNumbered"/>
    <dgm:cxn modelId="{4F910FC4-819B-4BB0-987B-D23491DD40C2}" type="presOf" srcId="{0BF32518-0B9A-4568-93A6-18AD8CD97078}" destId="{F0C19BA4-ACC8-47BB-838B-AB86152435E3}" srcOrd="0" destOrd="0" presId="urn:microsoft.com/office/officeart/2016/7/layout/BasicLinearProcessNumbered"/>
    <dgm:cxn modelId="{A034ABCD-FC6A-40BF-9929-F8FC9A0817D7}" srcId="{D5B3FCBE-E8EC-4BDF-9E3E-3216E83D1817}" destId="{DF44203F-41E0-4801-ABD1-17685A08DD3D}" srcOrd="1" destOrd="0" parTransId="{C5D17738-9CDD-4B51-A346-17562BE487A8}" sibTransId="{B68099BF-69B4-4B4D-86CB-9EA10E7BDC27}"/>
    <dgm:cxn modelId="{485D00E0-EF67-4E53-A585-BC17AF20D0BF}" type="presOf" srcId="{94BFE546-92AD-43F5-9AE4-385788775CC5}" destId="{30A602D1-1B8C-4F03-B916-FD6508696C40}" srcOrd="1" destOrd="0" presId="urn:microsoft.com/office/officeart/2016/7/layout/BasicLinearProcessNumbered"/>
    <dgm:cxn modelId="{E191A4E8-2642-4B02-BC4A-48FDF13C0BAC}" type="presOf" srcId="{E08CCBBC-7315-4D85-A00D-A7E8ADEFC39D}" destId="{FABFBBA2-98DA-436B-8BE9-FECD7107C9DF}" srcOrd="0" destOrd="0" presId="urn:microsoft.com/office/officeart/2016/7/layout/BasicLinearProcessNumbered"/>
    <dgm:cxn modelId="{E6322CFE-A06D-47AE-9006-0973EFFD2025}" type="presOf" srcId="{BB0B2B9C-8E39-4C82-8FA6-482554365D52}" destId="{6346CBFA-1121-4CB9-A025-A3C060E7032B}" srcOrd="0" destOrd="0" presId="urn:microsoft.com/office/officeart/2016/7/layout/BasicLinearProcessNumbered"/>
    <dgm:cxn modelId="{61AAB8C5-7838-4EBD-9CA6-91F14BA65528}" type="presParOf" srcId="{18AFD377-B7B2-4C66-9DD0-17D479DDC141}" destId="{E99223FE-D57D-4FF3-BD02-0C502C73094C}" srcOrd="0" destOrd="0" presId="urn:microsoft.com/office/officeart/2016/7/layout/BasicLinearProcessNumbered"/>
    <dgm:cxn modelId="{FEF1C779-6C9A-4A88-83D1-CB446BC77433}" type="presParOf" srcId="{E99223FE-D57D-4FF3-BD02-0C502C73094C}" destId="{472D95F6-FC53-46D6-BCC0-10E52ED23E3C}" srcOrd="0" destOrd="0" presId="urn:microsoft.com/office/officeart/2016/7/layout/BasicLinearProcessNumbered"/>
    <dgm:cxn modelId="{912C2C3A-B5E4-4D56-BE3E-A7F34714BAD2}" type="presParOf" srcId="{E99223FE-D57D-4FF3-BD02-0C502C73094C}" destId="{FABFBBA2-98DA-436B-8BE9-FECD7107C9DF}" srcOrd="1" destOrd="0" presId="urn:microsoft.com/office/officeart/2016/7/layout/BasicLinearProcessNumbered"/>
    <dgm:cxn modelId="{35C369B0-269B-41BD-893C-4BAE2B36050B}" type="presParOf" srcId="{E99223FE-D57D-4FF3-BD02-0C502C73094C}" destId="{BBC6D55F-BAFC-4868-B066-26DE75BF0AD1}" srcOrd="2" destOrd="0" presId="urn:microsoft.com/office/officeart/2016/7/layout/BasicLinearProcessNumbered"/>
    <dgm:cxn modelId="{D34B954C-898E-4406-A96F-C34C86C08B94}" type="presParOf" srcId="{E99223FE-D57D-4FF3-BD02-0C502C73094C}" destId="{30A602D1-1B8C-4F03-B916-FD6508696C40}" srcOrd="3" destOrd="0" presId="urn:microsoft.com/office/officeart/2016/7/layout/BasicLinearProcessNumbered"/>
    <dgm:cxn modelId="{8EAF3F30-B2B7-4F15-8FB0-F265B2085562}" type="presParOf" srcId="{18AFD377-B7B2-4C66-9DD0-17D479DDC141}" destId="{A44696A1-4DCA-474E-B1FE-5DC8BAC35923}" srcOrd="1" destOrd="0" presId="urn:microsoft.com/office/officeart/2016/7/layout/BasicLinearProcessNumbered"/>
    <dgm:cxn modelId="{780DC179-9D04-489F-8775-48A1B16E6C4E}" type="presParOf" srcId="{18AFD377-B7B2-4C66-9DD0-17D479DDC141}" destId="{C4908716-333F-4625-B6A4-7E7E39534B3F}" srcOrd="2" destOrd="0" presId="urn:microsoft.com/office/officeart/2016/7/layout/BasicLinearProcessNumbered"/>
    <dgm:cxn modelId="{F57BE9B3-3195-48B4-B702-E9494BF0BA2E}" type="presParOf" srcId="{C4908716-333F-4625-B6A4-7E7E39534B3F}" destId="{CE56C302-8BA4-4C55-8A3E-33BFE3D806D3}" srcOrd="0" destOrd="0" presId="urn:microsoft.com/office/officeart/2016/7/layout/BasicLinearProcessNumbered"/>
    <dgm:cxn modelId="{E04D4513-03E7-4C3A-9E04-D4AD7FB3CA2E}" type="presParOf" srcId="{C4908716-333F-4625-B6A4-7E7E39534B3F}" destId="{84F6DD36-A2E0-429A-B39E-DC6DC0AFF40E}" srcOrd="1" destOrd="0" presId="urn:microsoft.com/office/officeart/2016/7/layout/BasicLinearProcessNumbered"/>
    <dgm:cxn modelId="{24DA6009-84DD-462D-98EC-1E5E544BB6B8}" type="presParOf" srcId="{C4908716-333F-4625-B6A4-7E7E39534B3F}" destId="{7A0B3B22-810D-456B-9249-99C3F32B1D6B}" srcOrd="2" destOrd="0" presId="urn:microsoft.com/office/officeart/2016/7/layout/BasicLinearProcessNumbered"/>
    <dgm:cxn modelId="{4CB5707F-BE4F-4343-9991-249CE1780213}" type="presParOf" srcId="{C4908716-333F-4625-B6A4-7E7E39534B3F}" destId="{2C6AC608-F9BF-4CE0-8AB6-03250614F438}" srcOrd="3" destOrd="0" presId="urn:microsoft.com/office/officeart/2016/7/layout/BasicLinearProcessNumbered"/>
    <dgm:cxn modelId="{D2D36FB8-4B15-4A1D-BDD1-04B89CB98276}" type="presParOf" srcId="{18AFD377-B7B2-4C66-9DD0-17D479DDC141}" destId="{E82E1C5B-4EBE-420F-AE0D-6F36564638AD}" srcOrd="3" destOrd="0" presId="urn:microsoft.com/office/officeart/2016/7/layout/BasicLinearProcessNumbered"/>
    <dgm:cxn modelId="{A094CF61-7C91-4A1B-A97B-A9A6AA259E54}" type="presParOf" srcId="{18AFD377-B7B2-4C66-9DD0-17D479DDC141}" destId="{834486B4-1253-47FB-A4C4-0614E57DC11C}" srcOrd="4" destOrd="0" presId="urn:microsoft.com/office/officeart/2016/7/layout/BasicLinearProcessNumbered"/>
    <dgm:cxn modelId="{B395A633-8F5B-4645-ADDF-77CB4DDC6F85}" type="presParOf" srcId="{834486B4-1253-47FB-A4C4-0614E57DC11C}" destId="{DB2A7E54-1578-4B63-8039-E2B6484A1D88}" srcOrd="0" destOrd="0" presId="urn:microsoft.com/office/officeart/2016/7/layout/BasicLinearProcessNumbered"/>
    <dgm:cxn modelId="{04BC0BB7-2199-4351-9475-EE50A4F45128}" type="presParOf" srcId="{834486B4-1253-47FB-A4C4-0614E57DC11C}" destId="{6346CBFA-1121-4CB9-A025-A3C060E7032B}" srcOrd="1" destOrd="0" presId="urn:microsoft.com/office/officeart/2016/7/layout/BasicLinearProcessNumbered"/>
    <dgm:cxn modelId="{E1F629C1-EC37-488D-9B53-DD4B78EAC66A}" type="presParOf" srcId="{834486B4-1253-47FB-A4C4-0614E57DC11C}" destId="{C29B7518-4332-4792-AE2F-8DC9D0D75197}" srcOrd="2" destOrd="0" presId="urn:microsoft.com/office/officeart/2016/7/layout/BasicLinearProcessNumbered"/>
    <dgm:cxn modelId="{5E776D14-C1D2-4298-9DBF-2B55C92278AD}" type="presParOf" srcId="{834486B4-1253-47FB-A4C4-0614E57DC11C}" destId="{EB358755-5EB5-4A4D-8EC6-2113CD51F132}" srcOrd="3" destOrd="0" presId="urn:microsoft.com/office/officeart/2016/7/layout/BasicLinearProcessNumbered"/>
    <dgm:cxn modelId="{871F1EFF-EBCF-442A-BCEA-BEC174F079A4}" type="presParOf" srcId="{18AFD377-B7B2-4C66-9DD0-17D479DDC141}" destId="{557AFB2B-9F4B-4B20-BAA5-DD27EF3FED71}" srcOrd="5" destOrd="0" presId="urn:microsoft.com/office/officeart/2016/7/layout/BasicLinearProcessNumbered"/>
    <dgm:cxn modelId="{079AEA84-83C7-4DB9-9627-6FCC9FB8B458}" type="presParOf" srcId="{18AFD377-B7B2-4C66-9DD0-17D479DDC141}" destId="{F7450EC5-C619-4042-8DF5-BC6F43399F46}" srcOrd="6" destOrd="0" presId="urn:microsoft.com/office/officeart/2016/7/layout/BasicLinearProcessNumbered"/>
    <dgm:cxn modelId="{77F26EB6-487A-4271-A6A6-AAE8FB54F907}" type="presParOf" srcId="{F7450EC5-C619-4042-8DF5-BC6F43399F46}" destId="{DC878547-9C58-497F-A304-9587BDF757F7}" srcOrd="0" destOrd="0" presId="urn:microsoft.com/office/officeart/2016/7/layout/BasicLinearProcessNumbered"/>
    <dgm:cxn modelId="{D906789C-D5EC-49DB-AFF8-4E28461AB752}" type="presParOf" srcId="{F7450EC5-C619-4042-8DF5-BC6F43399F46}" destId="{F0C19BA4-ACC8-47BB-838B-AB86152435E3}" srcOrd="1" destOrd="0" presId="urn:microsoft.com/office/officeart/2016/7/layout/BasicLinearProcessNumbered"/>
    <dgm:cxn modelId="{DD3280E0-AC22-4BCD-B4BF-155BBE8869EF}" type="presParOf" srcId="{F7450EC5-C619-4042-8DF5-BC6F43399F46}" destId="{C9938DCF-A500-45B9-BE42-5671159B847C}" srcOrd="2" destOrd="0" presId="urn:microsoft.com/office/officeart/2016/7/layout/BasicLinearProcessNumbered"/>
    <dgm:cxn modelId="{15936911-3424-4FFD-89AC-5B482A20ACC8}" type="presParOf" srcId="{F7450EC5-C619-4042-8DF5-BC6F43399F46}" destId="{1CAEE2D5-2088-4B5B-86BE-BDA86175FA7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E086E-3FC7-4D76-95D2-4A640D114D21}">
      <dsp:nvSpPr>
        <dsp:cNvPr id="0" name=""/>
        <dsp:cNvSpPr/>
      </dsp:nvSpPr>
      <dsp:spPr>
        <a:xfrm>
          <a:off x="0" y="0"/>
          <a:ext cx="3286125" cy="406119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Why Accelerate DRL(Deep Reinforcement Learning ):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Example:</a:t>
          </a: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 Training DQN on Atari takes 38 days with 50M frames.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Growing complexity demands faster training for real-world applications.</a:t>
          </a:r>
        </a:p>
      </dsp:txBody>
      <dsp:txXfrm>
        <a:off x="0" y="1543253"/>
        <a:ext cx="3286125" cy="2436715"/>
      </dsp:txXfrm>
    </dsp:sp>
    <dsp:sp modelId="{4954B0AB-E44D-4D16-BCC0-128865C9AB52}">
      <dsp:nvSpPr>
        <dsp:cNvPr id="0" name=""/>
        <dsp:cNvSpPr/>
      </dsp:nvSpPr>
      <dsp:spPr>
        <a:xfrm>
          <a:off x="1033883" y="406119"/>
          <a:ext cx="1218357" cy="121835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988" tIns="12700" rIns="9498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12307" y="584543"/>
        <a:ext cx="861509" cy="861509"/>
      </dsp:txXfrm>
    </dsp:sp>
    <dsp:sp modelId="{7CDF42D9-56BF-41B1-8CA1-F11C5EEA1CF3}">
      <dsp:nvSpPr>
        <dsp:cNvPr id="0" name=""/>
        <dsp:cNvSpPr/>
      </dsp:nvSpPr>
      <dsp:spPr>
        <a:xfrm>
          <a:off x="0" y="4061121"/>
          <a:ext cx="3286125" cy="72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0D7B8-7868-4869-BC0C-A64A146A49BF}">
      <dsp:nvSpPr>
        <dsp:cNvPr id="0" name=""/>
        <dsp:cNvSpPr/>
      </dsp:nvSpPr>
      <dsp:spPr>
        <a:xfrm>
          <a:off x="3614737" y="0"/>
          <a:ext cx="3286125" cy="4061193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Contribution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First survey to systematically classify DRL acceleration techniques using parallel and distributed computing.</a:t>
          </a:r>
        </a:p>
      </dsp:txBody>
      <dsp:txXfrm>
        <a:off x="3614737" y="1543253"/>
        <a:ext cx="3286125" cy="2436715"/>
      </dsp:txXfrm>
    </dsp:sp>
    <dsp:sp modelId="{B3C5E401-2A7A-4488-BA7F-44EB31B91169}">
      <dsp:nvSpPr>
        <dsp:cNvPr id="0" name=""/>
        <dsp:cNvSpPr/>
      </dsp:nvSpPr>
      <dsp:spPr>
        <a:xfrm>
          <a:off x="4648621" y="406119"/>
          <a:ext cx="1218357" cy="1218357"/>
        </a:xfrm>
        <a:prstGeom prst="ellipse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988" tIns="12700" rIns="9498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827045" y="584543"/>
        <a:ext cx="861509" cy="861509"/>
      </dsp:txXfrm>
    </dsp:sp>
    <dsp:sp modelId="{C8E40651-2CF8-4D16-9D15-7CE02C3527F1}">
      <dsp:nvSpPr>
        <dsp:cNvPr id="0" name=""/>
        <dsp:cNvSpPr/>
      </dsp:nvSpPr>
      <dsp:spPr>
        <a:xfrm>
          <a:off x="3614737" y="4061121"/>
          <a:ext cx="3286125" cy="72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72922-7705-4394-A24D-9D300326EFA0}">
      <dsp:nvSpPr>
        <dsp:cNvPr id="0" name=""/>
        <dsp:cNvSpPr/>
      </dsp:nvSpPr>
      <dsp:spPr>
        <a:xfrm>
          <a:off x="7229475" y="0"/>
          <a:ext cx="3286125" cy="4061193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Scope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Covers architectures, parallelism strategies, synchronization, evolutionary methods, and libraries.</a:t>
          </a:r>
        </a:p>
      </dsp:txBody>
      <dsp:txXfrm>
        <a:off x="7229475" y="1543253"/>
        <a:ext cx="3286125" cy="2436715"/>
      </dsp:txXfrm>
    </dsp:sp>
    <dsp:sp modelId="{88A16E43-CE90-4FE7-BFC5-7A1A3B15C102}">
      <dsp:nvSpPr>
        <dsp:cNvPr id="0" name=""/>
        <dsp:cNvSpPr/>
      </dsp:nvSpPr>
      <dsp:spPr>
        <a:xfrm>
          <a:off x="8263358" y="406119"/>
          <a:ext cx="1218357" cy="1218357"/>
        </a:xfrm>
        <a:prstGeom prst="ellipse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988" tIns="12700" rIns="9498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41782" y="584543"/>
        <a:ext cx="861509" cy="861509"/>
      </dsp:txXfrm>
    </dsp:sp>
    <dsp:sp modelId="{0191E492-8F5A-41A6-80FD-2561BE9FDE10}">
      <dsp:nvSpPr>
        <dsp:cNvPr id="0" name=""/>
        <dsp:cNvSpPr/>
      </dsp:nvSpPr>
      <dsp:spPr>
        <a:xfrm>
          <a:off x="7229475" y="4061121"/>
          <a:ext cx="3286125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A2245-11E3-44B2-BB09-DFDB25282569}">
      <dsp:nvSpPr>
        <dsp:cNvPr id="0" name=""/>
        <dsp:cNvSpPr/>
      </dsp:nvSpPr>
      <dsp:spPr>
        <a:xfrm>
          <a:off x="0" y="353186"/>
          <a:ext cx="10515600" cy="918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Uses known or learned environment dynamics (e.g., MB-MPO, AlphaZero).</a:t>
          </a:r>
        </a:p>
      </dsp:txBody>
      <dsp:txXfrm>
        <a:off x="0" y="353186"/>
        <a:ext cx="10515600" cy="918225"/>
      </dsp:txXfrm>
    </dsp:sp>
    <dsp:sp modelId="{32BB87D6-C779-47FF-8BE3-B5FB43564035}">
      <dsp:nvSpPr>
        <dsp:cNvPr id="0" name=""/>
        <dsp:cNvSpPr/>
      </dsp:nvSpPr>
      <dsp:spPr>
        <a:xfrm>
          <a:off x="525780" y="28466"/>
          <a:ext cx="7360920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Model-Based DRL:</a:t>
          </a:r>
        </a:p>
      </dsp:txBody>
      <dsp:txXfrm>
        <a:off x="557483" y="60169"/>
        <a:ext cx="7297514" cy="586034"/>
      </dsp:txXfrm>
    </dsp:sp>
    <dsp:sp modelId="{58867BB2-A008-4A20-BF0C-B25CCA985A0E}">
      <dsp:nvSpPr>
        <dsp:cNvPr id="0" name=""/>
        <dsp:cNvSpPr/>
      </dsp:nvSpPr>
      <dsp:spPr>
        <a:xfrm>
          <a:off x="0" y="1714931"/>
          <a:ext cx="10515600" cy="918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Value-based (e.g., DQN), policy-based, or actor-critic (e.g., PPO, SAC).</a:t>
          </a:r>
        </a:p>
      </dsp:txBody>
      <dsp:txXfrm>
        <a:off x="0" y="1714931"/>
        <a:ext cx="10515600" cy="918225"/>
      </dsp:txXfrm>
    </dsp:sp>
    <dsp:sp modelId="{C7AE9288-BAEA-4D9A-A5A4-8A742BC31FF9}">
      <dsp:nvSpPr>
        <dsp:cNvPr id="0" name=""/>
        <dsp:cNvSpPr/>
      </dsp:nvSpPr>
      <dsp:spPr>
        <a:xfrm>
          <a:off x="525780" y="1390211"/>
          <a:ext cx="7360920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Model-Free DRL:</a:t>
          </a:r>
        </a:p>
      </dsp:txBody>
      <dsp:txXfrm>
        <a:off x="557483" y="1421914"/>
        <a:ext cx="7297514" cy="586034"/>
      </dsp:txXfrm>
    </dsp:sp>
    <dsp:sp modelId="{3310319B-B8D1-4DA6-9752-E5AD5D594AA9}">
      <dsp:nvSpPr>
        <dsp:cNvPr id="0" name=""/>
        <dsp:cNvSpPr/>
      </dsp:nvSpPr>
      <dsp:spPr>
        <a:xfrm>
          <a:off x="0" y="3076677"/>
          <a:ext cx="10515600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On-policy: Stable, less sample-efficient.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Off-policy: Sample-efficient, less stable.</a:t>
          </a:r>
        </a:p>
      </dsp:txBody>
      <dsp:txXfrm>
        <a:off x="0" y="3076677"/>
        <a:ext cx="10515600" cy="1247400"/>
      </dsp:txXfrm>
    </dsp:sp>
    <dsp:sp modelId="{2046C4BD-6F87-420C-A258-7769122D7DEE}">
      <dsp:nvSpPr>
        <dsp:cNvPr id="0" name=""/>
        <dsp:cNvSpPr/>
      </dsp:nvSpPr>
      <dsp:spPr>
        <a:xfrm>
          <a:off x="525780" y="2751956"/>
          <a:ext cx="7360920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On-Policy vs. Off-Policy:</a:t>
          </a:r>
        </a:p>
      </dsp:txBody>
      <dsp:txXfrm>
        <a:off x="557483" y="2783659"/>
        <a:ext cx="7297514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9A334-F6AE-4C57-AB7D-7FD84C05305B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11041-9EE2-487E-85D0-B61D0C26F0A7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39B84-449D-4015-A3C4-92BB17440DAD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System Coordination: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Managing actors, learners, and parameter servers.</a:t>
          </a:r>
        </a:p>
      </dsp:txBody>
      <dsp:txXfrm>
        <a:off x="1129902" y="4592"/>
        <a:ext cx="5171698" cy="978270"/>
      </dsp:txXfrm>
    </dsp:sp>
    <dsp:sp modelId="{E8731204-AE7B-41C6-91AF-E5AFBC9B6BCF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4C759E-045D-43C0-AA9A-0BAC5BAC4CEF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63F1D-3639-430D-A87A-FEE705A47B6A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Sample Generation: </a:t>
          </a: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Producing billions of experience samples (e.g., 2.5B frames for navigation).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29902" y="1227431"/>
        <a:ext cx="5171698" cy="978270"/>
      </dsp:txXfrm>
    </dsp:sp>
    <dsp:sp modelId="{0DD7B7C5-5DBC-4CB3-855F-84DFEA62DFAB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252BF-3EC6-4776-AA38-95107CA83262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829BD-D7FA-477D-8177-442C085B808B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Workload Heterogeneity: </a:t>
          </a: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Frequent data movement across devices.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29902" y="2450269"/>
        <a:ext cx="5171698" cy="978270"/>
      </dsp:txXfrm>
    </dsp:sp>
    <dsp:sp modelId="{75BF6FFF-3D51-41D7-8E91-109353D71F37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8BCAC8-4427-436C-B37B-76DFDF92F67A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3DAB3-9B2E-433C-9F1D-DC8BB5C4C12A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Synchronization Issues: </a:t>
          </a: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Obsolete gradients in heterogeneous environments.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29902" y="3673107"/>
        <a:ext cx="5171698" cy="978270"/>
      </dsp:txXfrm>
    </dsp:sp>
    <dsp:sp modelId="{A63D1559-97D6-4EAD-89D5-A1A2681DB66A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47FCB-572E-4369-B904-901F2266BDCD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BE75C-1ABB-4E53-8BB6-551EFBDCFDB1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Optimization Limits: </a:t>
          </a: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Stochastic gradient descent prone to local optima.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29902" y="4895945"/>
        <a:ext cx="5171698" cy="978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D95F6-FC53-46D6-BCC0-10E52ED23E3C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Summary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DRL acceleration leverages architectures, parallelism, synchronization, and evolutionary methods.</a:t>
          </a:r>
        </a:p>
      </dsp:txBody>
      <dsp:txXfrm>
        <a:off x="3080" y="1765067"/>
        <a:ext cx="2444055" cy="2053006"/>
      </dsp:txXfrm>
    </dsp:sp>
    <dsp:sp modelId="{FABFBBA2-98DA-436B-8BE9-FECD7107C9DF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BBC6D55F-BAFC-4868-B066-26DE75BF0AD1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6C302-8BA4-4C55-8A3E-33BFE3D806D3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Impact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Enables faster training for robotics, autonomous driving, and more.</a:t>
          </a:r>
        </a:p>
      </dsp:txBody>
      <dsp:txXfrm>
        <a:off x="2691541" y="1765067"/>
        <a:ext cx="2444055" cy="2053006"/>
      </dsp:txXfrm>
    </dsp:sp>
    <dsp:sp modelId="{84F6DD36-A2E0-429A-B39E-DC6DC0AFF40E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7A0B3B22-810D-456B-9249-99C3F32B1D6B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A7E54-1578-4B63-8039-E2B6484A1D88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Contribution: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Comprehensive survey with taxonomy and future directions.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80002" y="1765067"/>
        <a:ext cx="2444055" cy="2053006"/>
      </dsp:txXfrm>
    </dsp:sp>
    <dsp:sp modelId="{6346CBFA-1121-4CB9-A025-A3C060E7032B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C29B7518-4332-4792-AE2F-8DC9D0D75197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78547-9C58-497F-A304-9587BDF757F7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Closing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Distributed DRL innovation will drive AI advancements.</a:t>
          </a:r>
        </a:p>
      </dsp:txBody>
      <dsp:txXfrm>
        <a:off x="8068463" y="1765067"/>
        <a:ext cx="2444055" cy="2053006"/>
      </dsp:txXfrm>
    </dsp:sp>
    <dsp:sp modelId="{F0C19BA4-ACC8-47BB-838B-AB86152435E3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C9938DCF-A500-45B9-BE42-5671159B847C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0F715-51C6-8D17-3CF9-67C2E2C6F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C5EF3-2382-3D3B-06E4-FCD65238D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04F4D-2E4A-BEAC-8062-1D7F254D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DE8DA-7C48-9D71-D20E-C37D63A3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42994-CECE-D0FA-641B-1CB63538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5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B76A-5D22-E913-89B3-E37DFAB4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88AFB-90A3-5E3F-E751-B361DE48C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1D7E2-8BD2-AD23-8705-F7AAD3DE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89D3D-CC09-1931-3688-28395FE6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1BF42-7E23-DA1A-9C84-91F7F9184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5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59BCE-0D44-9D01-342D-27CF71DE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92B6A-E9D1-A6CF-E37B-F0C2C37A6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F1423-55B0-00E3-E017-48B0109DE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8AAC-0ACA-D67F-E036-140609EE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34750-E9C0-7186-18D4-2058DB76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30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C1E3-1241-6AAB-85C6-A44EDF82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696E3-9681-3CA8-71F2-188B19A82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29C17-FA92-35D6-C006-CEC55F34E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F62EE-715D-91D1-EC39-21969041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3F3F4-8A00-5ABC-CFA2-2F7AF31F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69C50-CDEA-33FD-8E89-B68395C5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9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AE50-E1CD-EF87-2310-60CE54B9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7C3DC-D86C-8D8A-EA03-12D88E442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41EFD-7B30-B958-5739-BC703A0AD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9BB4E0-F6E4-F9E6-866F-F48F88708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925D0-45BD-7333-D08E-BC16F13EF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8F894-CCB5-737B-78B9-3EE70A87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55F52-F8B6-AC80-E7BA-1DAB2375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B91605-361E-CBF0-1BD9-64B64E0C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C6BD-BBF5-B8E3-C7C1-BF703B9E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9BC83-0CC5-145B-6C83-E7151B42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742E6-A7E7-6657-B167-CD3841508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1F85B-E084-25E6-7D64-B9B71F6D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85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55BED-E3D5-98A2-2C74-D866C3B6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51A35-7AFE-82FE-6B07-821B49F0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F1125-2D57-23B4-A75F-E1774A87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4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CFC9-5E27-4C7A-70A0-77A8B7201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3F459-E951-95D1-D723-82E0CAF08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18E3D-A862-429E-9056-09AA0E1D7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91558-E01E-67AB-3862-EB0DAB04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C4B27-3601-0AFF-4D98-F9D55B90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18155-695F-1080-5969-FB3B896A1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38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C2AF-0DDF-EB71-D4A8-DB491008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E917A-35E7-CDE9-9CDF-8ED3D5ECC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9727B-97D9-82B0-A497-DE63EE2BF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64AD9-CA23-DF46-A5AF-4A65A23DD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63890-2E2E-4A89-8AEE-36D595B9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513B6-B808-D45A-9921-0B3CD4A2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6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3354F-5670-CE29-5CA1-463C0AC3A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E3676-D8E1-939D-D104-156330DAC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A5CEC-8860-BEAE-490F-5F9B1AC7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BF34A-7B76-BA80-E419-0CC118F5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6105-36F5-4069-6EA4-60FCF877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2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5214FE-04D2-A198-F0EB-36E3CAA97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72DE5-CC9B-0B50-002E-AD2F827D3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A2508-1C6A-B023-AE2C-0C429E1D4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2AF19-F6D0-3B3A-8298-DDEC5A52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8DEF1-77B8-CEEC-1377-80DAC3AC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4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D080E-073D-729A-E76F-E601F0BB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E73C1-DAC4-5AFA-D02F-81777409E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A12B2-C57C-A60B-9B0C-B6F8FD395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0F083-FC0D-41B0-8A8D-231476A9BAFD}" type="datetimeFigureOut">
              <a:rPr lang="en-US" smtClean="0"/>
              <a:t>23-Jun-25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873E6-1B52-A2B0-BF76-3690D81C7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1EFBE-309C-B868-1733-5A0CC1AC9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C6F50-94B5-4079-A581-3DED6982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9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94CD-7263-B90F-78A4-C9D265FD2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091" y="432620"/>
            <a:ext cx="10628670" cy="3736104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Acceleration for Deep Reinforcement Learning using Parallel and Distributed Computing: A Comprehensive Survey</a:t>
            </a:r>
            <a:br>
              <a:rPr lang="en-US" sz="3600" dirty="0"/>
            </a:br>
            <a:br>
              <a:rPr lang="en-US" sz="2400" dirty="0"/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Zhihong Liu, Xin Xu, Peng Qiao, Dongsheng Li (National University of Defense Technology, China)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CIT 5203</a:t>
            </a:r>
            <a:br>
              <a:rPr lang="en-US" dirty="0"/>
            </a:b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Parallel and Distributed Computing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BC24F-41C2-6207-12E3-A3554167D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845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A.B.M.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Shifar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Emtiuz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6232020107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Reg: 08417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32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A91CC-5603-CDE0-8D9C-241587D4E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/>
              <a:t>Introduction</a:t>
            </a:r>
            <a:endParaRPr lang="en-US" sz="54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7779-543A-1893-9199-ADA75C43F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Reinforcement Learning (DRL) merges deep learning and reinforcement learning, driving AI breakthroughs in gaming, robotics, and healthcare.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DRL training is computationally intensive due to large neural networks, massive experience data, and complex hyper-parameter tuning.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 and distributed computing accelerates DRL training.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Goal: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comprehensive review of state-of-the-art acceleration methods, including taxonomy and open-source platforms.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6118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ACC6BB2-28F8-4405-829D-0562733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5C2E53F0-AD54-4A55-99A0-EC896CE3C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D15F19F8-85EE-477A-ACBA-4B6D0697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A1948-7F4A-70FF-B713-067574C12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b="1"/>
              <a:t>Motivation</a:t>
            </a:r>
            <a:endParaRPr lang="en-US" sz="40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797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3C2343DA-D00E-73A6-BA24-092834570D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34562"/>
              </p:ext>
            </p:extLst>
          </p:nvPr>
        </p:nvGraphicFramePr>
        <p:xfrm>
          <a:off x="838200" y="2184158"/>
          <a:ext cx="10515600" cy="4061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257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5AE9E-595F-623E-4617-3D3DA51B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47" y="631602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DRL (Deep Reinforcement Learning) Fundamentals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E848D-B7BF-A329-BB8F-EF548E14E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481" y="2353771"/>
            <a:ext cx="6541751" cy="3227626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DRL involves agents learning optimal policies through environment interactions, collecting experience data (state, action, next state, reward).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high-dimensional state spaces.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Self-learns without labeled data.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offline training for online problems.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B4A737A-5B05-62BB-EAC2-B9F530233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010" y="2722717"/>
            <a:ext cx="4954693" cy="248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94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39B4F4-4F8B-0F26-B6C2-68C7F1C6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b="1"/>
              <a:t>DRL Classification</a:t>
            </a:r>
            <a:endParaRPr lang="en-US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1393C7-F067-CCEB-92EA-8A4E25443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079571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664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0AF12-042E-B1EA-8E42-B981F8F8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Challenges in DRL Training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2E2A95-B297-3CD5-DCE7-9071B8A8CF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51246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374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EE536-E828-FFD1-1E2A-7805EFD1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System Architectures Overview</a:t>
            </a:r>
            <a:endParaRPr lang="en-US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4E858-06A3-351D-59B3-9CC37AEA0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342" y="2517349"/>
            <a:ext cx="5569574" cy="3639450"/>
          </a:xfrm>
        </p:spPr>
        <p:txBody>
          <a:bodyPr anchor="ctr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interaction.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computation.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Servers: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maintenance.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Memory: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Off-policy data storage.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Types: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(star topology) vs. Decentralized (fully connected).</a:t>
            </a:r>
          </a:p>
          <a:p>
            <a:endParaRPr lang="en-US" sz="2000" dirty="0"/>
          </a:p>
        </p:txBody>
      </p:sp>
      <p:pic>
        <p:nvPicPr>
          <p:cNvPr id="5" name="Picture 4" descr="A diagram of a model and a model&#10;&#10;AI-generated content may be incorrect.">
            <a:extLst>
              <a:ext uri="{FF2B5EF4-FFF2-40B4-BE49-F238E27FC236}">
                <a16:creationId xmlns:a16="http://schemas.microsoft.com/office/drawing/2014/main" id="{635DA5F3-AC73-0A15-8E83-06C072222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85" y="3326332"/>
            <a:ext cx="5150277" cy="202148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9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254A79-2BF1-CB95-52AB-7F7B5932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27" y="522541"/>
            <a:ext cx="9392421" cy="1330841"/>
          </a:xfrm>
        </p:spPr>
        <p:txBody>
          <a:bodyPr>
            <a:normAutofit/>
          </a:bodyPr>
          <a:lstStyle/>
          <a:p>
            <a:r>
              <a:rPr lang="en-US" b="1" dirty="0"/>
              <a:t>Centralized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40A13-44A7-4C8C-E557-F90E1751F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27" y="2087269"/>
            <a:ext cx="5914856" cy="391777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node maintains global model, simpler synchronization but scalability bottleneck.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Gorila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Massively distributed DQN, 10x faster training.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APE-X: Prioritized experience replay for DQN.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A3C: On-policy learning with actor-learner threads.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7C20AB-F01C-539B-EA90-A1D1FA78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316" y="2198362"/>
            <a:ext cx="5787851" cy="3097119"/>
          </a:xfrm>
          <a:prstGeom prst="rect">
            <a:avLst/>
          </a:prstGeom>
        </p:spPr>
      </p:pic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7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B356-7DB7-9817-83A8-821DAB5F4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anchor="t">
            <a:normAutofit/>
          </a:bodyPr>
          <a:lstStyle/>
          <a:p>
            <a:r>
              <a:rPr lang="en-US" sz="3200" b="1"/>
              <a:t>Decentralized Architectures</a:t>
            </a:r>
            <a:endParaRPr lang="en-US" sz="3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246C-C81C-D3FF-8C0D-2711BF403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9972" y="1143486"/>
            <a:ext cx="7556359" cy="1866358"/>
          </a:xfrm>
        </p:spPr>
        <p:txBody>
          <a:bodyPr>
            <a:normAutofit lnSpcReduction="1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learners aggregate gradients via all-reduce, scalable but with synchronization overhead.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IMPALA: CPU actors, GPU learners, synchronous updates.</a:t>
            </a: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rlpyt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Multi-GPU acceleration with all-reduce.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DD-PPO: Scalable across machines, combined actor-learner.</a:t>
            </a:r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6841D-7792-EED3-F7DF-D8B72DE77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51" y="3195484"/>
            <a:ext cx="10207412" cy="296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4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6B202-4E9A-C440-6F3D-C5190164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/>
              <a:t>Simulation Parallelism</a:t>
            </a:r>
            <a:endParaRPr lang="en-US" sz="5400"/>
          </a:p>
        </p:txBody>
      </p:sp>
      <p:sp>
        <p:nvSpPr>
          <p:cNvPr id="3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6C74-99A1-9778-F2B6-E6BC46A6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Simulations (e.g., OpenAI Gym,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MuJoCo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generate training samples.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computational cost for physics and rendering.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simulation environments.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GPU-accelerated simulations for robotics.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Large-batch simulations for efficiency.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Gym,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MuJoCo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Unity ML, Gazebo,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AirSim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Brax.</a:t>
            </a:r>
          </a:p>
          <a:p>
            <a:endParaRPr lang="en-US" sz="2200" dirty="0"/>
          </a:p>
        </p:txBody>
      </p:sp>
      <p:pic>
        <p:nvPicPr>
          <p:cNvPr id="5" name="Picture 4" descr="Boxes on conveyor belt&#10;&#10;AI-generated content may be incorrect.">
            <a:extLst>
              <a:ext uri="{FF2B5EF4-FFF2-40B4-BE49-F238E27FC236}">
                <a16:creationId xmlns:a16="http://schemas.microsoft.com/office/drawing/2014/main" id="{E7208430-E44B-5120-3524-03928687C8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38" r="29448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68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CFDB1-9CAB-D134-C18E-5B804512D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Computing Parallelism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67443-BF09-3FE4-8B8A-AA3527251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Parallelism: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data across workers with model replicas.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Parallelism: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Divides neural network for large models.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Parallelism: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model layers in stages.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schemes (e.g.,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HeiPipe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 for learners, CPUs for actors, FPGAs for tasks.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948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AC2C8-0327-DE35-BC32-82D6AC14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Distributed Synchronization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6414A-C509-DE8D-8B93-8667F0693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Synchronize backpropagation-based training.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Synchronous: Stable but slower (e.g., IMPALA).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Asynchronous: Faster but less stable (e.g., A3C, APE-X).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Experience Replay: Focuses on high-error samples.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Innovation: Gossip-based peer-to-peer synchronization.</a:t>
            </a:r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606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329-F52B-9B4B-58FF-818C82B3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429356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Deep Evolutionary Reinforcement Learning</a:t>
            </a:r>
            <a:endParaRPr lang="en-US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2A51-EF0A-73A1-83C8-0218AABBA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996" y="2382977"/>
            <a:ext cx="10235701" cy="269397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Approach: 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Evolution-based training avoids local optima.</a:t>
            </a:r>
          </a:p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Strategies: Scalable RL alternative.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Architecture Search: Evolves network topologies.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Population-Based Training: Enhances policy diversity.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Pros: Robust, scalable. Cons: Computationally expensive.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9531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3FD9F-CE45-BB62-9BB8-C9396B24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b="1"/>
              <a:t>Advanced Parallelism Techniques</a:t>
            </a:r>
            <a:endParaRPr lang="en-US" sz="4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43175-5AA0-E128-8AF5-9191993D3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Parallelism: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model layers into stages for pipelined processing.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HeiPipe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DRL with layered neural networks.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Parallelism: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data, model, and pipeline parallelism.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optimizes memory and computation.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DRL Adaptation: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dynamic workloads from environment interactions.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062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DF1D2-A394-73FB-78DF-0E1044B29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Hardware Acceleration for Parallelism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5C52F-427D-1B35-E31A-4B3CE9518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Roles: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GPUs: Accelerate learner gradient computations.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CPUs: Handle actor environment interactions.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FPGAs: Optimize specific tasks (e.g., FA3C,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QtAccel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training time (e.g., GPU-based simulations in robotics).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heterogeneity requires tailored frameworks.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69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8ACEE-7203-4F75-A9E1-603D0FD3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 b="1" dirty="0"/>
              <a:t>Distributed Synchronization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11D40-1DB1-78DE-99AC-EB0A09AD7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669084"/>
            <a:ext cx="9426303" cy="2800395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Synchronize backpropagation-based training across workers.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Synchronous: Stable, slower (e.g., IMPALA).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Asynchronous: Faster, less stable (e.g., A3C, APE-X).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Experience Replay: Focuses on high-error samples.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Gossip-based synchronization for peer-to-peer scalability.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39231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69169-D60D-25E0-25B8-D1CB87E5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Open-Source Platforms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C1DED-4443-F26F-0BAB-198F8FF33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libraries compared for DRL development.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Examples: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RLlib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Scalable RL framework.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SampleFactory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Fine-grained worker optimization.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Fiber: Supports population-based methods.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Usability, scalability, algorithm support, hardware compatibility.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30392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52688-E053-A088-C6CF-C371A1C0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Future Research Directions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852A5-86AE-6603-0704-BDE6B17B2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Workers: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Task-specific roles (e.g., Actor, Policy, Trainer).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Gossip-Based Architectures: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peer-to-peer communication.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Enhancing RL with language model feedback.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actor-learner inference.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simulations.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optimization (backpropagation + evolution).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8902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35540-7ACE-92B8-B784-873759FB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881" y="804279"/>
            <a:ext cx="9543405" cy="11887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Case Studies in Parallel DRL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55A0E-D258-C3F7-7F32-E39A3925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030" y="2083284"/>
            <a:ext cx="10287940" cy="2691432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IMPALA: Scales to thousands of CPU cores for fast sample generation .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APE-X: Achieves high throughput with prioritized replay .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DD-PPO: Distributed PPO for multi-machine scalability .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 Reduces training time from days to hours for complex tasks.</a:t>
            </a: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70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384EF19-971E-0208-7367-3DF05315AFD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552" b="101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F29B1-AA90-EE17-66F2-20A00CA5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Conclusion</a:t>
            </a:r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2635CC0-2434-3811-104E-BB5FD6999B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8166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2564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EB1E-1781-2351-50F8-02FA2729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51828-79A1-AA29-44C0-A57763039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Liu, Z., Xu, X., Qiao, P., &amp; Li, D. (2023). Acceleration for Deep Reinforcement Learning using Parallel and Distributed Computing: A Comprehensive Survey. ACM Computing Surveys, November 2023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984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1154</Words>
  <Application>Microsoft Office PowerPoint</Application>
  <PresentationFormat>Widescreen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Times New Roman</vt:lpstr>
      <vt:lpstr>Office Theme</vt:lpstr>
      <vt:lpstr> Acceleration for Deep Reinforcement Learning using Parallel and Distributed Computing: A Comprehensive Survey  Authors: Zhihong Liu, Xin Xu, Peng Qiao, Dongsheng Li (National University of Defense Technology, China)  Course Code: CIT 5203  Course Title: Parallel and Distributed Computing</vt:lpstr>
      <vt:lpstr>Introduction</vt:lpstr>
      <vt:lpstr>Motivation</vt:lpstr>
      <vt:lpstr>DRL (Deep Reinforcement Learning) Fundamentals</vt:lpstr>
      <vt:lpstr>DRL Classification</vt:lpstr>
      <vt:lpstr>Challenges in DRL Training</vt:lpstr>
      <vt:lpstr>System Architectures Overview</vt:lpstr>
      <vt:lpstr>Centralized Architectures</vt:lpstr>
      <vt:lpstr>Decentralized Architectures</vt:lpstr>
      <vt:lpstr>Simulation Parallelism</vt:lpstr>
      <vt:lpstr>Computing Parallelism</vt:lpstr>
      <vt:lpstr>Distributed Synchronization</vt:lpstr>
      <vt:lpstr>Deep Evolutionary Reinforcement Learning</vt:lpstr>
      <vt:lpstr>Advanced Parallelism Techniques</vt:lpstr>
      <vt:lpstr>Hardware Acceleration for Parallelism</vt:lpstr>
      <vt:lpstr>Distributed Synchronization</vt:lpstr>
      <vt:lpstr>Open-Source Platforms</vt:lpstr>
      <vt:lpstr>Future Research Directions</vt:lpstr>
      <vt:lpstr>Case Studies in Parallel DRL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Acceleration for Deep Reinforcement Learning using Parallel and Distributed Computing: A Comprehensive Survey  Authors: Zhihong Liu, Xin Xu, Peng Qiao, Dongsheng Li (National University of Defense Technology, China)  Course Code: CIT 5203  Course Title: Parallel and Distributed Computing</dc:title>
  <dc:creator>Md. Tahsin Amin</dc:creator>
  <cp:lastModifiedBy>GhorerBazar Tech-Team-07</cp:lastModifiedBy>
  <cp:revision>4</cp:revision>
  <dcterms:created xsi:type="dcterms:W3CDTF">2025-06-19T16:05:49Z</dcterms:created>
  <dcterms:modified xsi:type="dcterms:W3CDTF">2025-06-23T06:15:57Z</dcterms:modified>
</cp:coreProperties>
</file>